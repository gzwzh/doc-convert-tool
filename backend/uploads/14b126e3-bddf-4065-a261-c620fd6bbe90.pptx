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embeddedFontLst>
    <p:embeddedFont>
      <p:font typeface="MiSans" pitchFamily="34" charset="-122"/>
      <p:regular r:id="rId15"/>
    </p:embeddedFont>
    <p:embeddedFont>
      <p:font typeface="MiSans" pitchFamily="34" charset="-120"/>
      <p:regular r:id="rId16"/>
    </p:embeddedFont>
    <p:embeddedFont>
      <p:font typeface="等线" panose="02010600030101010101" charset="-122"/>
      <p:regular r:id="rId1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4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Text 1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/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6" name="Text 4"/>
          <p:cNvSpPr/>
          <p:nvPr/>
        </p:nvSpPr>
        <p:spPr>
          <a:xfrm rot="5940000">
            <a:off x="292735" y="51435"/>
            <a:ext cx="558800" cy="55880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 flipV="1">
            <a:off x="-5080" y="116840"/>
            <a:ext cx="12273280" cy="5316855"/>
          </a:xfrm>
          <a:prstGeom prst="round1Rect">
            <a:avLst/>
          </a:prstGeom>
          <a:solidFill>
            <a:srgbClr val="1D3EBF">
              <a:alpha val="32941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-5080" y="116840"/>
            <a:ext cx="12273280" cy="53168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flipV="1">
            <a:off x="-55880" y="-8890"/>
            <a:ext cx="12247880" cy="5316855"/>
          </a:xfrm>
          <a:prstGeom prst="round1Rect">
            <a:avLst/>
          </a:prstGeom>
          <a:gradFill flip="none" rotWithShape="1">
            <a:gsLst>
              <a:gs pos="0">
                <a:srgbClr val="00B0F0"/>
              </a:gs>
              <a:gs pos="57000">
                <a:srgbClr val="004CC0"/>
              </a:gs>
              <a:gs pos="100000">
                <a:srgbClr val="1D3EBF"/>
              </a:gs>
            </a:gsLst>
            <a:lin ang="18900000" scaled="1"/>
          </a:gradFill>
        </p:spPr>
      </p:sp>
      <p:sp>
        <p:nvSpPr>
          <p:cNvPr id="10" name="Text 8"/>
          <p:cNvSpPr/>
          <p:nvPr/>
        </p:nvSpPr>
        <p:spPr>
          <a:xfrm>
            <a:off x="-55880" y="-8890"/>
            <a:ext cx="12247880" cy="53168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0" descr="https://kimi-img.moonshot.cn/pub/slides/slides_tmpl/image/25-09-04-15:50:49-d2sk9me1bb2p4onbqeb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7485" y="804545"/>
            <a:ext cx="5809615" cy="46634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70840" y="1797685"/>
            <a:ext cx="6386195" cy="30160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zh-CN" alt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</a:t>
            </a:r>
            <a:r>
              <a:rPr 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Vue</a:t>
            </a:r>
            <a:r>
              <a:rPr lang="zh-CN" alt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</a:t>
            </a:r>
            <a:r>
              <a:rPr lang="en-US" sz="5400" b="1" dirty="0" err="1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助农</a:t>
            </a:r>
            <a:r>
              <a:rPr lang="zh-CN" alt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产品销售</a:t>
            </a:r>
            <a:r>
              <a:rPr lang="en-US" sz="5400" b="1" dirty="0" err="1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平台</a:t>
            </a:r>
            <a:r>
              <a:rPr lang="zh-CN" alt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设计与实现</a:t>
            </a:r>
            <a:r>
              <a:rPr lang="en-US" sz="5400" b="1" dirty="0" err="1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开题答辩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2280" y="4228465"/>
            <a:ext cx="774258" cy="76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462280" y="4228465"/>
            <a:ext cx="774258" cy="76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37324" y="6006465"/>
            <a:ext cx="2088177" cy="46736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17" name="Text 14"/>
          <p:cNvSpPr/>
          <p:nvPr/>
        </p:nvSpPr>
        <p:spPr>
          <a:xfrm>
            <a:off x="137324" y="6006465"/>
            <a:ext cx="2088177" cy="4673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34643" y="6060303"/>
            <a:ext cx="208882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 err="1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</a:t>
            </a: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</a:t>
            </a:r>
            <a:r>
              <a:rPr lang="zh-CN" alt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徐贝一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355939" y="6006465"/>
            <a:ext cx="2168313" cy="46736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2355939" y="6006465"/>
            <a:ext cx="2168313" cy="4673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254885" y="6060303"/>
            <a:ext cx="237109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时间:2025/10/14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019290" y="1320165"/>
            <a:ext cx="5172710" cy="3987800"/>
          </a:xfrm>
          <a:custGeom>
            <a:avLst/>
            <a:gdLst/>
            <a:ahLst/>
            <a:cxnLst/>
            <a:rect l="l" t="t" r="r" b="b"/>
            <a:pathLst>
              <a:path w="5172710" h="3987800">
                <a:moveTo>
                  <a:pt x="3362960" y="0"/>
                </a:moveTo>
                <a:cubicBezTo>
                  <a:pt x="4033520" y="8255"/>
                  <a:pt x="4612640" y="172720"/>
                  <a:pt x="5172710" y="528955"/>
                </a:cubicBezTo>
                <a:lnTo>
                  <a:pt x="5172710" y="3101340"/>
                </a:lnTo>
                <a:cubicBezTo>
                  <a:pt x="5187950" y="3599180"/>
                  <a:pt x="4732655" y="3999865"/>
                  <a:pt x="4286250" y="3987800"/>
                </a:cubicBezTo>
                <a:lnTo>
                  <a:pt x="57785" y="3987800"/>
                </a:lnTo>
                <a:cubicBezTo>
                  <a:pt x="19685" y="3790315"/>
                  <a:pt x="-635" y="3554730"/>
                  <a:pt x="0" y="3362960"/>
                </a:cubicBezTo>
                <a:cubicBezTo>
                  <a:pt x="-57785" y="1475740"/>
                  <a:pt x="1670685" y="-46355"/>
                  <a:pt x="336296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4CC0"/>
              </a:gs>
              <a:gs pos="30000">
                <a:srgbClr val="004CC0"/>
              </a:gs>
              <a:gs pos="79000">
                <a:srgbClr val="0084B4"/>
              </a:gs>
              <a:gs pos="100000">
                <a:srgbClr val="0084B4"/>
              </a:gs>
            </a:gsLst>
            <a:lin ang="4800000" scaled="1"/>
          </a:gradFill>
        </p:spPr>
      </p:sp>
      <p:sp>
        <p:nvSpPr>
          <p:cNvPr id="23" name="Text 20"/>
          <p:cNvSpPr/>
          <p:nvPr/>
        </p:nvSpPr>
        <p:spPr>
          <a:xfrm>
            <a:off x="7019290" y="1320165"/>
            <a:ext cx="5172710" cy="39878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0793095" y="294005"/>
            <a:ext cx="112395" cy="112395"/>
          </a:xfrm>
          <a:prstGeom prst="ellipse">
            <a:avLst/>
          </a:prstGeom>
          <a:solidFill>
            <a:srgbClr val="000000">
              <a:alpha val="0"/>
            </a:srgbClr>
          </a:solidFill>
          <a:ln w="9525">
            <a:solidFill>
              <a:srgbClr val="00B0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793095" y="294005"/>
            <a:ext cx="112395" cy="1123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1002645" y="294005"/>
            <a:ext cx="112395" cy="112395"/>
          </a:xfrm>
          <a:prstGeom prst="ellipse">
            <a:avLst/>
          </a:prstGeom>
          <a:solidFill>
            <a:srgbClr val="00B0F0"/>
          </a:solidFill>
          <a:ln w="9525">
            <a:solidFill>
              <a:srgbClr val="00B0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002645" y="294005"/>
            <a:ext cx="112395" cy="1123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1212830" y="294005"/>
            <a:ext cx="112395" cy="112395"/>
          </a:xfrm>
          <a:prstGeom prst="ellipse">
            <a:avLst/>
          </a:prstGeom>
          <a:solidFill>
            <a:srgbClr val="000000">
              <a:alpha val="0"/>
            </a:srgbClr>
          </a:solidFill>
          <a:ln w="9525">
            <a:solidFill>
              <a:srgbClr val="00B0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212830" y="294005"/>
            <a:ext cx="112395" cy="1123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1422380" y="294005"/>
            <a:ext cx="112395" cy="112395"/>
          </a:xfrm>
          <a:prstGeom prst="ellipse">
            <a:avLst/>
          </a:prstGeom>
          <a:solidFill>
            <a:srgbClr val="00B0F0"/>
          </a:solidFill>
          <a:ln w="9525">
            <a:solidFill>
              <a:srgbClr val="00B0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422380" y="294005"/>
            <a:ext cx="112395" cy="1123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 rot="5400000">
            <a:off x="11352530" y="4684395"/>
            <a:ext cx="140335" cy="121285"/>
          </a:xfrm>
          <a:prstGeom prst="triangle">
            <a:avLst/>
          </a:prstGeom>
          <a:solidFill>
            <a:srgbClr val="00B0F0"/>
          </a:solidFill>
        </p:spPr>
      </p:sp>
      <p:sp>
        <p:nvSpPr>
          <p:cNvPr id="33" name="Text 30"/>
          <p:cNvSpPr/>
          <p:nvPr/>
        </p:nvSpPr>
        <p:spPr>
          <a:xfrm rot="5400000">
            <a:off x="11352530" y="4684395"/>
            <a:ext cx="140335" cy="1212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 rot="5400000" flipV="1">
            <a:off x="11140440" y="4684395"/>
            <a:ext cx="140335" cy="121285"/>
          </a:xfrm>
          <a:prstGeom prst="triangle">
            <a:avLst/>
          </a:prstGeom>
          <a:solidFill>
            <a:srgbClr val="00B0F0"/>
          </a:solidFill>
        </p:spPr>
      </p:sp>
      <p:sp>
        <p:nvSpPr>
          <p:cNvPr id="35" name="Text 32"/>
          <p:cNvSpPr/>
          <p:nvPr/>
        </p:nvSpPr>
        <p:spPr>
          <a:xfrm rot="5400000">
            <a:off x="11140440" y="4684395"/>
            <a:ext cx="140335" cy="1212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 rot="15060000" flipV="1">
            <a:off x="5186045" y="3797935"/>
            <a:ext cx="1242695" cy="1242695"/>
          </a:xfrm>
          <a:custGeom>
            <a:avLst/>
            <a:gdLst/>
            <a:ahLst/>
            <a:cxnLst/>
            <a:rect l="l" t="t" r="r" b="b"/>
            <a:pathLst>
              <a:path w="1242695" h="1242695">
                <a:moveTo>
                  <a:pt x="455293" y="1221014"/>
                </a:moveTo>
                <a:cubicBezTo>
                  <a:pt x="455293" y="1221014"/>
                  <a:pt x="455293" y="1221014"/>
                  <a:pt x="787401" y="1221014"/>
                </a:cubicBezTo>
                <a:cubicBezTo>
                  <a:pt x="735091" y="1235469"/>
                  <a:pt x="679131" y="1242695"/>
                  <a:pt x="620739" y="1242695"/>
                </a:cubicBezTo>
                <a:cubicBezTo>
                  <a:pt x="563563" y="1242695"/>
                  <a:pt x="507603" y="1235469"/>
                  <a:pt x="455293" y="1221014"/>
                </a:cubicBezTo>
                <a:close/>
                <a:moveTo>
                  <a:pt x="309441" y="1158929"/>
                </a:moveTo>
                <a:lnTo>
                  <a:pt x="932267" y="1158929"/>
                </a:lnTo>
                <a:cubicBezTo>
                  <a:pt x="906771" y="1173342"/>
                  <a:pt x="881275" y="1186554"/>
                  <a:pt x="853352" y="1197363"/>
                </a:cubicBezTo>
                <a:cubicBezTo>
                  <a:pt x="853352" y="1197363"/>
                  <a:pt x="853352" y="1197363"/>
                  <a:pt x="387143" y="1197363"/>
                </a:cubicBezTo>
                <a:cubicBezTo>
                  <a:pt x="360433" y="1186554"/>
                  <a:pt x="333723" y="1173342"/>
                  <a:pt x="309441" y="1158929"/>
                </a:cubicBezTo>
                <a:close/>
                <a:moveTo>
                  <a:pt x="221734" y="1097829"/>
                </a:moveTo>
                <a:lnTo>
                  <a:pt x="1019976" y="1097829"/>
                </a:lnTo>
                <a:cubicBezTo>
                  <a:pt x="1002966" y="1111118"/>
                  <a:pt x="985956" y="1123198"/>
                  <a:pt x="968946" y="1135278"/>
                </a:cubicBezTo>
                <a:cubicBezTo>
                  <a:pt x="968946" y="1135278"/>
                  <a:pt x="968946" y="1135278"/>
                  <a:pt x="272763" y="1135278"/>
                </a:cubicBezTo>
                <a:cubicBezTo>
                  <a:pt x="254538" y="1123198"/>
                  <a:pt x="237528" y="1111118"/>
                  <a:pt x="221734" y="1097829"/>
                </a:cubicBezTo>
                <a:close/>
                <a:moveTo>
                  <a:pt x="158663" y="1035743"/>
                </a:moveTo>
                <a:lnTo>
                  <a:pt x="1083047" y="1035743"/>
                </a:lnTo>
                <a:cubicBezTo>
                  <a:pt x="1070900" y="1049294"/>
                  <a:pt x="1058752" y="1062844"/>
                  <a:pt x="1045391" y="1075163"/>
                </a:cubicBezTo>
                <a:cubicBezTo>
                  <a:pt x="1045391" y="1075163"/>
                  <a:pt x="1045391" y="1075163"/>
                  <a:pt x="196318" y="1075163"/>
                </a:cubicBezTo>
                <a:cubicBezTo>
                  <a:pt x="182957" y="1062844"/>
                  <a:pt x="169595" y="1049294"/>
                  <a:pt x="158663" y="1035743"/>
                </a:cubicBezTo>
                <a:close/>
                <a:moveTo>
                  <a:pt x="110374" y="975629"/>
                </a:moveTo>
                <a:lnTo>
                  <a:pt x="1132320" y="975629"/>
                </a:lnTo>
                <a:cubicBezTo>
                  <a:pt x="1122599" y="988917"/>
                  <a:pt x="1114093" y="1000997"/>
                  <a:pt x="1103157" y="1013078"/>
                </a:cubicBezTo>
                <a:cubicBezTo>
                  <a:pt x="1103157" y="1013078"/>
                  <a:pt x="1103157" y="1013078"/>
                  <a:pt x="138322" y="1013078"/>
                </a:cubicBezTo>
                <a:cubicBezTo>
                  <a:pt x="128601" y="1000997"/>
                  <a:pt x="118879" y="988917"/>
                  <a:pt x="110374" y="975629"/>
                </a:cubicBezTo>
                <a:close/>
                <a:moveTo>
                  <a:pt x="72925" y="913544"/>
                </a:moveTo>
                <a:lnTo>
                  <a:pt x="1169769" y="913544"/>
                </a:lnTo>
                <a:cubicBezTo>
                  <a:pt x="1162481" y="926755"/>
                  <a:pt x="1155193" y="939967"/>
                  <a:pt x="1146690" y="951978"/>
                </a:cubicBezTo>
                <a:cubicBezTo>
                  <a:pt x="1146690" y="951978"/>
                  <a:pt x="1146690" y="951978"/>
                  <a:pt x="94789" y="951978"/>
                </a:cubicBezTo>
                <a:cubicBezTo>
                  <a:pt x="87501" y="939967"/>
                  <a:pt x="80213" y="926755"/>
                  <a:pt x="72925" y="913544"/>
                </a:cubicBezTo>
                <a:close/>
                <a:moveTo>
                  <a:pt x="43361" y="852444"/>
                </a:moveTo>
                <a:lnTo>
                  <a:pt x="1197362" y="852444"/>
                </a:lnTo>
                <a:cubicBezTo>
                  <a:pt x="1192503" y="864523"/>
                  <a:pt x="1186430" y="877812"/>
                  <a:pt x="1180356" y="889892"/>
                </a:cubicBezTo>
                <a:cubicBezTo>
                  <a:pt x="1180356" y="889892"/>
                  <a:pt x="1180356" y="889892"/>
                  <a:pt x="60367" y="889892"/>
                </a:cubicBezTo>
                <a:cubicBezTo>
                  <a:pt x="54293" y="877812"/>
                  <a:pt x="49434" y="864523"/>
                  <a:pt x="43361" y="852444"/>
                </a:cubicBezTo>
                <a:close/>
                <a:moveTo>
                  <a:pt x="22666" y="790358"/>
                </a:moveTo>
                <a:lnTo>
                  <a:pt x="1219043" y="790358"/>
                </a:lnTo>
                <a:cubicBezTo>
                  <a:pt x="1215399" y="803909"/>
                  <a:pt x="1210541" y="817459"/>
                  <a:pt x="1205683" y="829778"/>
                </a:cubicBezTo>
                <a:cubicBezTo>
                  <a:pt x="1205683" y="829778"/>
                  <a:pt x="1205683" y="829778"/>
                  <a:pt x="34812" y="829778"/>
                </a:cubicBezTo>
                <a:cubicBezTo>
                  <a:pt x="29953" y="817459"/>
                  <a:pt x="26310" y="803909"/>
                  <a:pt x="22666" y="790358"/>
                </a:cubicBezTo>
                <a:close/>
                <a:moveTo>
                  <a:pt x="7883" y="730244"/>
                </a:moveTo>
                <a:lnTo>
                  <a:pt x="1232840" y="730244"/>
                </a:lnTo>
                <a:cubicBezTo>
                  <a:pt x="1230409" y="742323"/>
                  <a:pt x="1227979" y="755612"/>
                  <a:pt x="1225548" y="767692"/>
                </a:cubicBezTo>
                <a:cubicBezTo>
                  <a:pt x="1225548" y="767692"/>
                  <a:pt x="1225548" y="767692"/>
                  <a:pt x="16390" y="767692"/>
                </a:cubicBezTo>
                <a:cubicBezTo>
                  <a:pt x="13959" y="755612"/>
                  <a:pt x="10314" y="742323"/>
                  <a:pt x="7883" y="730244"/>
                </a:cubicBezTo>
                <a:close/>
                <a:moveTo>
                  <a:pt x="985" y="668158"/>
                </a:moveTo>
                <a:lnTo>
                  <a:pt x="1241709" y="668158"/>
                </a:lnTo>
                <a:cubicBezTo>
                  <a:pt x="1240494" y="681370"/>
                  <a:pt x="1239279" y="694582"/>
                  <a:pt x="1236849" y="706593"/>
                </a:cubicBezTo>
                <a:cubicBezTo>
                  <a:pt x="1236849" y="706593"/>
                  <a:pt x="1236849" y="706593"/>
                  <a:pt x="5846" y="706593"/>
                </a:cubicBezTo>
                <a:cubicBezTo>
                  <a:pt x="3416" y="694582"/>
                  <a:pt x="2201" y="681370"/>
                  <a:pt x="985" y="668158"/>
                </a:cubicBezTo>
                <a:close/>
                <a:moveTo>
                  <a:pt x="0" y="607058"/>
                </a:moveTo>
                <a:cubicBezTo>
                  <a:pt x="0" y="607058"/>
                  <a:pt x="0" y="607058"/>
                  <a:pt x="1242695" y="607058"/>
                </a:cubicBezTo>
                <a:cubicBezTo>
                  <a:pt x="1242695" y="611986"/>
                  <a:pt x="1242695" y="615681"/>
                  <a:pt x="1242695" y="620609"/>
                </a:cubicBezTo>
                <a:cubicBezTo>
                  <a:pt x="1242695" y="629232"/>
                  <a:pt x="1242695" y="637855"/>
                  <a:pt x="1242695" y="646478"/>
                </a:cubicBezTo>
                <a:cubicBezTo>
                  <a:pt x="1242695" y="646478"/>
                  <a:pt x="1242695" y="646478"/>
                  <a:pt x="0" y="646478"/>
                </a:cubicBezTo>
                <a:cubicBezTo>
                  <a:pt x="0" y="637855"/>
                  <a:pt x="0" y="629232"/>
                  <a:pt x="0" y="620609"/>
                </a:cubicBezTo>
                <a:cubicBezTo>
                  <a:pt x="0" y="615681"/>
                  <a:pt x="0" y="611986"/>
                  <a:pt x="0" y="607058"/>
                </a:cubicBezTo>
                <a:close/>
                <a:moveTo>
                  <a:pt x="3416" y="544973"/>
                </a:moveTo>
                <a:lnTo>
                  <a:pt x="1238063" y="544973"/>
                </a:lnTo>
                <a:cubicBezTo>
                  <a:pt x="1240494" y="558523"/>
                  <a:pt x="1240494" y="570842"/>
                  <a:pt x="1241709" y="584392"/>
                </a:cubicBezTo>
                <a:cubicBezTo>
                  <a:pt x="1241709" y="584392"/>
                  <a:pt x="1241709" y="584392"/>
                  <a:pt x="985" y="584392"/>
                </a:cubicBezTo>
                <a:cubicBezTo>
                  <a:pt x="985" y="570842"/>
                  <a:pt x="2201" y="558523"/>
                  <a:pt x="3416" y="544973"/>
                </a:cubicBezTo>
                <a:close/>
                <a:moveTo>
                  <a:pt x="14185" y="484859"/>
                </a:moveTo>
                <a:lnTo>
                  <a:pt x="1227524" y="484859"/>
                </a:lnTo>
                <a:cubicBezTo>
                  <a:pt x="1229953" y="496869"/>
                  <a:pt x="1232382" y="510081"/>
                  <a:pt x="1234811" y="523293"/>
                </a:cubicBezTo>
                <a:cubicBezTo>
                  <a:pt x="1234811" y="523293"/>
                  <a:pt x="1234811" y="523293"/>
                  <a:pt x="6898" y="523293"/>
                </a:cubicBezTo>
                <a:cubicBezTo>
                  <a:pt x="9327" y="510081"/>
                  <a:pt x="11756" y="496869"/>
                  <a:pt x="14185" y="484859"/>
                </a:cubicBezTo>
                <a:close/>
                <a:moveTo>
                  <a:pt x="31627" y="422773"/>
                </a:moveTo>
                <a:lnTo>
                  <a:pt x="1211068" y="422773"/>
                </a:lnTo>
                <a:cubicBezTo>
                  <a:pt x="1214712" y="435984"/>
                  <a:pt x="1218356" y="447995"/>
                  <a:pt x="1222000" y="461207"/>
                </a:cubicBezTo>
                <a:cubicBezTo>
                  <a:pt x="1222000" y="461207"/>
                  <a:pt x="1222000" y="461207"/>
                  <a:pt x="20695" y="461207"/>
                </a:cubicBezTo>
                <a:cubicBezTo>
                  <a:pt x="23124" y="447995"/>
                  <a:pt x="27983" y="435984"/>
                  <a:pt x="31627" y="422773"/>
                </a:cubicBezTo>
                <a:close/>
                <a:moveTo>
                  <a:pt x="55215" y="361673"/>
                </a:moveTo>
                <a:lnTo>
                  <a:pt x="1185278" y="361673"/>
                </a:lnTo>
                <a:cubicBezTo>
                  <a:pt x="1191354" y="373991"/>
                  <a:pt x="1197429" y="387542"/>
                  <a:pt x="1202290" y="401092"/>
                </a:cubicBezTo>
                <a:cubicBezTo>
                  <a:pt x="1202290" y="401092"/>
                  <a:pt x="1202290" y="401092"/>
                  <a:pt x="39419" y="401092"/>
                </a:cubicBezTo>
                <a:cubicBezTo>
                  <a:pt x="44279" y="387542"/>
                  <a:pt x="49139" y="373991"/>
                  <a:pt x="55215" y="361673"/>
                </a:cubicBezTo>
                <a:close/>
                <a:moveTo>
                  <a:pt x="88874" y="299588"/>
                </a:moveTo>
                <a:lnTo>
                  <a:pt x="1154049" y="299588"/>
                </a:lnTo>
                <a:cubicBezTo>
                  <a:pt x="1161336" y="313138"/>
                  <a:pt x="1168623" y="325457"/>
                  <a:pt x="1174696" y="339007"/>
                </a:cubicBezTo>
                <a:cubicBezTo>
                  <a:pt x="1174696" y="339007"/>
                  <a:pt x="1174696" y="339007"/>
                  <a:pt x="67012" y="339007"/>
                </a:cubicBezTo>
                <a:cubicBezTo>
                  <a:pt x="74300" y="325457"/>
                  <a:pt x="81587" y="313138"/>
                  <a:pt x="88874" y="299588"/>
                </a:cubicBezTo>
                <a:close/>
                <a:moveTo>
                  <a:pt x="131403" y="239473"/>
                </a:moveTo>
                <a:lnTo>
                  <a:pt x="1111291" y="239473"/>
                </a:lnTo>
                <a:cubicBezTo>
                  <a:pt x="1121005" y="251484"/>
                  <a:pt x="1130719" y="264695"/>
                  <a:pt x="1139219" y="277907"/>
                </a:cubicBezTo>
                <a:cubicBezTo>
                  <a:pt x="1139219" y="277907"/>
                  <a:pt x="1139219" y="277907"/>
                  <a:pt x="103476" y="277907"/>
                </a:cubicBezTo>
                <a:cubicBezTo>
                  <a:pt x="111975" y="264695"/>
                  <a:pt x="121689" y="251484"/>
                  <a:pt x="131403" y="239473"/>
                </a:cubicBezTo>
                <a:close/>
                <a:moveTo>
                  <a:pt x="185259" y="178373"/>
                </a:moveTo>
                <a:cubicBezTo>
                  <a:pt x="185259" y="178373"/>
                  <a:pt x="185259" y="178373"/>
                  <a:pt x="1056450" y="178373"/>
                </a:cubicBezTo>
                <a:cubicBezTo>
                  <a:pt x="1068600" y="190453"/>
                  <a:pt x="1080751" y="202533"/>
                  <a:pt x="1092901" y="215821"/>
                </a:cubicBezTo>
                <a:cubicBezTo>
                  <a:pt x="1092901" y="215821"/>
                  <a:pt x="1092901" y="215821"/>
                  <a:pt x="148808" y="215821"/>
                </a:cubicBezTo>
                <a:cubicBezTo>
                  <a:pt x="159743" y="202533"/>
                  <a:pt x="171894" y="190453"/>
                  <a:pt x="185259" y="178373"/>
                </a:cubicBezTo>
                <a:close/>
                <a:moveTo>
                  <a:pt x="257312" y="116288"/>
                </a:moveTo>
                <a:lnTo>
                  <a:pt x="984167" y="116288"/>
                </a:lnTo>
                <a:cubicBezTo>
                  <a:pt x="1001184" y="128606"/>
                  <a:pt x="1016985" y="142157"/>
                  <a:pt x="1032787" y="155707"/>
                </a:cubicBezTo>
                <a:cubicBezTo>
                  <a:pt x="1032787" y="155707"/>
                  <a:pt x="1032787" y="155707"/>
                  <a:pt x="209908" y="155707"/>
                </a:cubicBezTo>
                <a:cubicBezTo>
                  <a:pt x="224494" y="142157"/>
                  <a:pt x="241510" y="128606"/>
                  <a:pt x="257312" y="116288"/>
                </a:cubicBezTo>
                <a:close/>
                <a:moveTo>
                  <a:pt x="363363" y="56173"/>
                </a:moveTo>
                <a:lnTo>
                  <a:pt x="878346" y="56173"/>
                </a:lnTo>
                <a:cubicBezTo>
                  <a:pt x="903852" y="67045"/>
                  <a:pt x="926929" y="79125"/>
                  <a:pt x="950006" y="93621"/>
                </a:cubicBezTo>
                <a:cubicBezTo>
                  <a:pt x="950006" y="93621"/>
                  <a:pt x="950006" y="93621"/>
                  <a:pt x="291703" y="93621"/>
                </a:cubicBezTo>
                <a:cubicBezTo>
                  <a:pt x="314779" y="79125"/>
                  <a:pt x="339071" y="67045"/>
                  <a:pt x="363363" y="56173"/>
                </a:cubicBezTo>
                <a:close/>
                <a:moveTo>
                  <a:pt x="620361" y="0"/>
                </a:moveTo>
                <a:cubicBezTo>
                  <a:pt x="690856" y="0"/>
                  <a:pt x="757705" y="10841"/>
                  <a:pt x="820907" y="32521"/>
                </a:cubicBezTo>
                <a:cubicBezTo>
                  <a:pt x="820907" y="32521"/>
                  <a:pt x="820907" y="32521"/>
                  <a:pt x="419816" y="32521"/>
                </a:cubicBezTo>
                <a:cubicBezTo>
                  <a:pt x="483018" y="10841"/>
                  <a:pt x="551082" y="0"/>
                  <a:pt x="62036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37" name="Text 34"/>
          <p:cNvSpPr/>
          <p:nvPr/>
        </p:nvSpPr>
        <p:spPr>
          <a:xfrm rot="15060000">
            <a:off x="5186045" y="3797935"/>
            <a:ext cx="1242695" cy="12426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 rot="6540000">
            <a:off x="4919345" y="-12700"/>
            <a:ext cx="1242695" cy="1242695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39" name="Text 36"/>
          <p:cNvSpPr/>
          <p:nvPr/>
        </p:nvSpPr>
        <p:spPr>
          <a:xfrm rot="6540000">
            <a:off x="4919345" y="-12700"/>
            <a:ext cx="1242695" cy="12426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 flipH="1">
            <a:off x="4833620" y="6247130"/>
            <a:ext cx="6551930" cy="0"/>
          </a:xfrm>
          <a:prstGeom prst="line">
            <a:avLst/>
          </a:prstGeom>
          <a:noFill/>
          <a:ln w="1270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41" name="Shape 38"/>
          <p:cNvSpPr/>
          <p:nvPr/>
        </p:nvSpPr>
        <p:spPr>
          <a:xfrm rot="16200000" flipH="1">
            <a:off x="11779309" y="6167814"/>
            <a:ext cx="222250" cy="158631"/>
          </a:xfrm>
          <a:prstGeom prst="triangle">
            <a:avLst/>
          </a:prstGeom>
          <a:solidFill>
            <a:srgbClr val="004CC0"/>
          </a:solidFill>
        </p:spPr>
      </p:sp>
      <p:sp>
        <p:nvSpPr>
          <p:cNvPr id="42" name="Text 39"/>
          <p:cNvSpPr/>
          <p:nvPr/>
        </p:nvSpPr>
        <p:spPr>
          <a:xfrm rot="16200000">
            <a:off x="11779309" y="6167814"/>
            <a:ext cx="222250" cy="1586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 rot="16200000" flipH="1">
            <a:off x="11560751" y="6167814"/>
            <a:ext cx="222250" cy="158631"/>
          </a:xfrm>
          <a:prstGeom prst="triangle">
            <a:avLst/>
          </a:prstGeom>
          <a:solidFill>
            <a:srgbClr val="004CC0"/>
          </a:solidFill>
        </p:spPr>
      </p:sp>
      <p:sp>
        <p:nvSpPr>
          <p:cNvPr id="44" name="Text 41"/>
          <p:cNvSpPr/>
          <p:nvPr/>
        </p:nvSpPr>
        <p:spPr>
          <a:xfrm rot="16200000">
            <a:off x="11560751" y="6167814"/>
            <a:ext cx="222250" cy="1586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7019290" y="1320165"/>
            <a:ext cx="5172710" cy="3987800"/>
          </a:xfrm>
          <a:custGeom>
            <a:avLst/>
            <a:gdLst/>
            <a:ahLst/>
            <a:cxnLst/>
            <a:rect l="l" t="t" r="r" b="b"/>
            <a:pathLst>
              <a:path w="5172710" h="3987800">
                <a:moveTo>
                  <a:pt x="3362960" y="0"/>
                </a:moveTo>
                <a:cubicBezTo>
                  <a:pt x="4033520" y="8255"/>
                  <a:pt x="4612640" y="172720"/>
                  <a:pt x="5172710" y="528955"/>
                </a:cubicBezTo>
                <a:lnTo>
                  <a:pt x="5172710" y="3101340"/>
                </a:lnTo>
                <a:cubicBezTo>
                  <a:pt x="5187950" y="3599180"/>
                  <a:pt x="4732655" y="3999865"/>
                  <a:pt x="4286250" y="3987800"/>
                </a:cubicBezTo>
                <a:lnTo>
                  <a:pt x="57785" y="3987800"/>
                </a:lnTo>
                <a:cubicBezTo>
                  <a:pt x="19685" y="3790315"/>
                  <a:pt x="-635" y="3554730"/>
                  <a:pt x="0" y="3362960"/>
                </a:cubicBezTo>
                <a:cubicBezTo>
                  <a:pt x="-57785" y="1475740"/>
                  <a:pt x="1670685" y="-46355"/>
                  <a:pt x="336296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4CC0"/>
              </a:gs>
              <a:gs pos="30000">
                <a:srgbClr val="004CC0"/>
              </a:gs>
              <a:gs pos="79000">
                <a:srgbClr val="0084B4"/>
              </a:gs>
              <a:gs pos="100000">
                <a:srgbClr val="0084B4"/>
              </a:gs>
            </a:gsLst>
            <a:lin ang="4800000" scaled="1"/>
          </a:gradFill>
        </p:spPr>
      </p:sp>
      <p:sp>
        <p:nvSpPr>
          <p:cNvPr id="46" name="Text 43"/>
          <p:cNvSpPr/>
          <p:nvPr/>
        </p:nvSpPr>
        <p:spPr>
          <a:xfrm>
            <a:off x="7019290" y="1320165"/>
            <a:ext cx="5172710" cy="39878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7" name="Image 1" descr="https://kimi-img.moonshot.cn/pub/slides/slides_tmpl/image/25-09-04-15:50:50-d2sk9mm1bb2p4onbqe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845" y="16510"/>
            <a:ext cx="5175250" cy="5291455"/>
          </a:xfrm>
          <a:prstGeom prst="rect">
            <a:avLst/>
          </a:prstGeom>
        </p:spPr>
      </p:pic>
      <p:pic>
        <p:nvPicPr>
          <p:cNvPr id="48" name="Image 2" descr="https://kimi-img.moonshot.cn/pub/slides/slides_tmpl/image/25-09-04-15:50:49-d2sk9me1bb2p4onbqe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880" y="-8890"/>
            <a:ext cx="1739900" cy="1409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Text 1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/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6" name="Text 4"/>
          <p:cNvSpPr/>
          <p:nvPr/>
        </p:nvSpPr>
        <p:spPr>
          <a:xfrm rot="5940000">
            <a:off x="292735" y="51435"/>
            <a:ext cx="558800" cy="55880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-27940" y="-8890"/>
            <a:ext cx="12247880" cy="68757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-27940" y="-8890"/>
            <a:ext cx="12247880" cy="68757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-27940" y="0"/>
            <a:ext cx="12247880" cy="1992630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0" name="Text 8"/>
          <p:cNvSpPr/>
          <p:nvPr/>
        </p:nvSpPr>
        <p:spPr>
          <a:xfrm>
            <a:off x="-27940" y="0"/>
            <a:ext cx="12247880" cy="19926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10498" y="246380"/>
            <a:ext cx="6679565" cy="9207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  录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57935" y="2527300"/>
            <a:ext cx="2947035" cy="1673860"/>
          </a:xfrm>
          <a:prstGeom prst="roundRect">
            <a:avLst>
              <a:gd name="adj" fmla="val 4938"/>
            </a:avLst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1257935" y="2527300"/>
            <a:ext cx="2947035" cy="16738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22800" y="2527300"/>
            <a:ext cx="2947035" cy="1673860"/>
          </a:xfrm>
          <a:prstGeom prst="roundRect">
            <a:avLst>
              <a:gd name="adj" fmla="val 4938"/>
            </a:avLst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4622800" y="2527300"/>
            <a:ext cx="2947035" cy="16738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87030" y="2527300"/>
            <a:ext cx="2947035" cy="1673860"/>
          </a:xfrm>
          <a:prstGeom prst="roundRect">
            <a:avLst>
              <a:gd name="adj" fmla="val 4938"/>
            </a:avLst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7987030" y="2527300"/>
            <a:ext cx="2947035" cy="16738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57935" y="4346575"/>
            <a:ext cx="2947035" cy="1673860"/>
          </a:xfrm>
          <a:prstGeom prst="roundRect">
            <a:avLst>
              <a:gd name="adj" fmla="val 4938"/>
            </a:avLst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1257935" y="4346575"/>
            <a:ext cx="2947035" cy="16738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22800" y="4346575"/>
            <a:ext cx="2947035" cy="1673860"/>
          </a:xfrm>
          <a:prstGeom prst="roundRect">
            <a:avLst>
              <a:gd name="adj" fmla="val 4938"/>
            </a:avLst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4622800" y="4346575"/>
            <a:ext cx="2947035" cy="16738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987030" y="4346575"/>
            <a:ext cx="2947035" cy="1673860"/>
          </a:xfrm>
          <a:prstGeom prst="roundRect">
            <a:avLst>
              <a:gd name="adj" fmla="val 4938"/>
            </a:avLst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7987030" y="4346575"/>
            <a:ext cx="2947035" cy="16738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120120" y="6267450"/>
            <a:ext cx="139700" cy="139700"/>
          </a:xfrm>
          <a:prstGeom prst="ellipse">
            <a:avLst/>
          </a:prstGeom>
          <a:solidFill>
            <a:srgbClr val="004CC0"/>
          </a:solidFill>
        </p:spPr>
      </p:sp>
      <p:sp>
        <p:nvSpPr>
          <p:cNvPr id="25" name="Text 23"/>
          <p:cNvSpPr/>
          <p:nvPr/>
        </p:nvSpPr>
        <p:spPr>
          <a:xfrm>
            <a:off x="11120120" y="6267450"/>
            <a:ext cx="139700" cy="1397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374120" y="6267450"/>
            <a:ext cx="139700" cy="13970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374120" y="6267450"/>
            <a:ext cx="139700" cy="1397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628120" y="6267450"/>
            <a:ext cx="139700" cy="139700"/>
          </a:xfrm>
          <a:prstGeom prst="ellipse">
            <a:avLst/>
          </a:prstGeom>
          <a:solidFill>
            <a:srgbClr val="004CC0"/>
          </a:solidFill>
        </p:spPr>
      </p:sp>
      <p:sp>
        <p:nvSpPr>
          <p:cNvPr id="29" name="Text 27"/>
          <p:cNvSpPr/>
          <p:nvPr/>
        </p:nvSpPr>
        <p:spPr>
          <a:xfrm>
            <a:off x="11628120" y="6267450"/>
            <a:ext cx="139700" cy="1397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048000" y="1123315"/>
            <a:ext cx="6096000" cy="683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40815" y="2599690"/>
            <a:ext cx="986155" cy="613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D3EB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40815" y="3310890"/>
            <a:ext cx="25819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 err="1">
                <a:solidFill>
                  <a:srgbClr val="2B2F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选题</a:t>
            </a:r>
            <a:r>
              <a:rPr lang="zh-CN" altLang="en-US" sz="2000" b="1" dirty="0">
                <a:solidFill>
                  <a:srgbClr val="2B2F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依据及意义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05680" y="2599690"/>
            <a:ext cx="922655" cy="613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D3EB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05680" y="3310890"/>
            <a:ext cx="25819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rgbClr val="2B2F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国内外</a:t>
            </a:r>
            <a:r>
              <a:rPr lang="en-US" sz="2000" b="1" dirty="0" err="1">
                <a:solidFill>
                  <a:srgbClr val="2B2F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现状与差距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170545" y="2599690"/>
            <a:ext cx="922655" cy="613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D3EB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70545" y="3310890"/>
            <a:ext cx="25819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研究内容及思路</a:t>
            </a:r>
            <a:endParaRPr lang="en-US" sz="2000" b="1" dirty="0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440815" y="4418965"/>
            <a:ext cx="1137285" cy="613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D3EB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40815" y="5130165"/>
            <a:ext cx="25819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rgbClr val="2B2F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整体</a:t>
            </a:r>
            <a:r>
              <a:rPr lang="en-US" sz="2000" b="1" dirty="0" err="1">
                <a:solidFill>
                  <a:srgbClr val="2B2F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架构与模块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805680" y="4418965"/>
            <a:ext cx="1087120" cy="613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D3EB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805680" y="5130165"/>
            <a:ext cx="25819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rgbClr val="2B2F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</a:t>
            </a:r>
            <a:r>
              <a:rPr lang="en-US" sz="2000" b="1" dirty="0" err="1">
                <a:solidFill>
                  <a:srgbClr val="2B2F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方法与</a:t>
            </a:r>
            <a:r>
              <a:rPr lang="zh-CN" altLang="en-US" sz="2000" b="1" dirty="0">
                <a:solidFill>
                  <a:srgbClr val="2B2F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170545" y="4418965"/>
            <a:ext cx="922655" cy="613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D3EB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170545" y="5130165"/>
            <a:ext cx="25819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rgbClr val="2B2F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进度与展望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Text 1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/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6" name="Text 4"/>
          <p:cNvSpPr/>
          <p:nvPr/>
        </p:nvSpPr>
        <p:spPr>
          <a:xfrm rot="5940000">
            <a:off x="292735" y="51435"/>
            <a:ext cx="558800" cy="55880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7" name="Image 0" descr="https://kimi-img.moonshot.cn/pub/slides/slides_tmpl/image/25-09-04-15:50:51-d2sk9mu1bb2p4onbqec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3430" cy="6842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-27940" y="-8890"/>
            <a:ext cx="12247880" cy="6875780"/>
          </a:xfrm>
          <a:prstGeom prst="rect">
            <a:avLst/>
          </a:prstGeom>
          <a:solidFill>
            <a:srgbClr val="1D3EBF">
              <a:alpha val="94902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-27940" y="-8890"/>
            <a:ext cx="12247880" cy="68757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60825" y="2246630"/>
            <a:ext cx="6873875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dirty="0" err="1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选题</a:t>
            </a:r>
            <a:r>
              <a:rPr lang="zh-CN" alt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依据及意义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70960" y="2246630"/>
            <a:ext cx="0" cy="193802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941705" y="2068830"/>
            <a:ext cx="2804160" cy="21260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2100000">
            <a:off x="9042400" y="3636645"/>
            <a:ext cx="3905250" cy="3905250"/>
          </a:xfrm>
          <a:custGeom>
            <a:avLst/>
            <a:gdLst/>
            <a:ahLst/>
            <a:cxnLst/>
            <a:rect l="l" t="t" r="r" b="b"/>
            <a:pathLst>
              <a:path w="3905250" h="3905250">
                <a:moveTo>
                  <a:pt x="1430788" y="3837117"/>
                </a:moveTo>
                <a:cubicBezTo>
                  <a:pt x="1430788" y="3837117"/>
                  <a:pt x="1430788" y="3837117"/>
                  <a:pt x="2474458" y="3837117"/>
                </a:cubicBezTo>
                <a:cubicBezTo>
                  <a:pt x="2310071" y="3882540"/>
                  <a:pt x="2134213" y="3905250"/>
                  <a:pt x="1950712" y="3905250"/>
                </a:cubicBezTo>
                <a:cubicBezTo>
                  <a:pt x="1771033" y="3905250"/>
                  <a:pt x="1595175" y="3882540"/>
                  <a:pt x="1430788" y="3837117"/>
                </a:cubicBezTo>
                <a:close/>
                <a:moveTo>
                  <a:pt x="972440" y="3642011"/>
                </a:moveTo>
                <a:lnTo>
                  <a:pt x="2929711" y="3642011"/>
                </a:lnTo>
                <a:cubicBezTo>
                  <a:pt x="2849588" y="3687305"/>
                  <a:pt x="2769465" y="3728823"/>
                  <a:pt x="2681713" y="3762792"/>
                </a:cubicBezTo>
                <a:cubicBezTo>
                  <a:pt x="2681713" y="3762792"/>
                  <a:pt x="2681713" y="3762792"/>
                  <a:pt x="1216621" y="3762792"/>
                </a:cubicBezTo>
                <a:cubicBezTo>
                  <a:pt x="1132685" y="3728823"/>
                  <a:pt x="1048746" y="3687305"/>
                  <a:pt x="972440" y="3642011"/>
                </a:cubicBezTo>
                <a:close/>
                <a:moveTo>
                  <a:pt x="696812" y="3450000"/>
                </a:moveTo>
                <a:lnTo>
                  <a:pt x="3205340" y="3450000"/>
                </a:lnTo>
                <a:cubicBezTo>
                  <a:pt x="3151885" y="3491759"/>
                  <a:pt x="3098432" y="3529723"/>
                  <a:pt x="3044977" y="3567684"/>
                </a:cubicBezTo>
                <a:cubicBezTo>
                  <a:pt x="3044977" y="3567684"/>
                  <a:pt x="3044977" y="3567684"/>
                  <a:pt x="857175" y="3567684"/>
                </a:cubicBezTo>
                <a:cubicBezTo>
                  <a:pt x="799902" y="3529723"/>
                  <a:pt x="746447" y="3491759"/>
                  <a:pt x="696812" y="3450000"/>
                </a:cubicBezTo>
                <a:close/>
                <a:moveTo>
                  <a:pt x="498608" y="3254891"/>
                </a:moveTo>
                <a:lnTo>
                  <a:pt x="3403544" y="3254891"/>
                </a:lnTo>
                <a:cubicBezTo>
                  <a:pt x="3365373" y="3297474"/>
                  <a:pt x="3327199" y="3340057"/>
                  <a:pt x="3285209" y="3378769"/>
                </a:cubicBezTo>
                <a:cubicBezTo>
                  <a:pt x="3285209" y="3378769"/>
                  <a:pt x="3285209" y="3378769"/>
                  <a:pt x="616943" y="3378769"/>
                </a:cubicBezTo>
                <a:cubicBezTo>
                  <a:pt x="574953" y="3340057"/>
                  <a:pt x="532964" y="3297474"/>
                  <a:pt x="498608" y="3254891"/>
                </a:cubicBezTo>
                <a:close/>
                <a:moveTo>
                  <a:pt x="346856" y="3065979"/>
                </a:moveTo>
                <a:lnTo>
                  <a:pt x="3558390" y="3065979"/>
                </a:lnTo>
                <a:cubicBezTo>
                  <a:pt x="3527840" y="3107736"/>
                  <a:pt x="3501110" y="3145699"/>
                  <a:pt x="3466742" y="3183663"/>
                </a:cubicBezTo>
                <a:cubicBezTo>
                  <a:pt x="3466742" y="3183663"/>
                  <a:pt x="3466742" y="3183663"/>
                  <a:pt x="434687" y="3183663"/>
                </a:cubicBezTo>
                <a:cubicBezTo>
                  <a:pt x="404137" y="3145699"/>
                  <a:pt x="373587" y="3107736"/>
                  <a:pt x="346856" y="3065979"/>
                </a:cubicBezTo>
                <a:close/>
                <a:moveTo>
                  <a:pt x="229172" y="2870870"/>
                </a:moveTo>
                <a:lnTo>
                  <a:pt x="3676074" y="2870870"/>
                </a:lnTo>
                <a:cubicBezTo>
                  <a:pt x="3653171" y="2912388"/>
                  <a:pt x="3630268" y="2953907"/>
                  <a:pt x="3603548" y="2991652"/>
                </a:cubicBezTo>
                <a:cubicBezTo>
                  <a:pt x="3603548" y="2991652"/>
                  <a:pt x="3603548" y="2991652"/>
                  <a:pt x="297881" y="2991652"/>
                </a:cubicBezTo>
                <a:cubicBezTo>
                  <a:pt x="274978" y="2953907"/>
                  <a:pt x="252075" y="2912388"/>
                  <a:pt x="229172" y="2870870"/>
                </a:cubicBezTo>
                <a:close/>
                <a:moveTo>
                  <a:pt x="136264" y="2678859"/>
                </a:moveTo>
                <a:lnTo>
                  <a:pt x="3762788" y="2678859"/>
                </a:lnTo>
                <a:cubicBezTo>
                  <a:pt x="3747519" y="2716821"/>
                  <a:pt x="3728432" y="2758580"/>
                  <a:pt x="3709345" y="2796543"/>
                </a:cubicBezTo>
                <a:cubicBezTo>
                  <a:pt x="3709345" y="2796543"/>
                  <a:pt x="3709345" y="2796543"/>
                  <a:pt x="189707" y="2796543"/>
                </a:cubicBezTo>
                <a:cubicBezTo>
                  <a:pt x="170620" y="2758580"/>
                  <a:pt x="155351" y="2716821"/>
                  <a:pt x="136264" y="2678859"/>
                </a:cubicBezTo>
                <a:close/>
                <a:moveTo>
                  <a:pt x="71229" y="2483753"/>
                </a:moveTo>
                <a:lnTo>
                  <a:pt x="3830923" y="2483753"/>
                </a:lnTo>
                <a:cubicBezTo>
                  <a:pt x="3819472" y="2526335"/>
                  <a:pt x="3804205" y="2568918"/>
                  <a:pt x="3788937" y="2607631"/>
                </a:cubicBezTo>
                <a:cubicBezTo>
                  <a:pt x="3788937" y="2607631"/>
                  <a:pt x="3788937" y="2607631"/>
                  <a:pt x="109399" y="2607631"/>
                </a:cubicBezTo>
                <a:cubicBezTo>
                  <a:pt x="94130" y="2568918"/>
                  <a:pt x="82680" y="2526335"/>
                  <a:pt x="71229" y="2483753"/>
                </a:cubicBezTo>
                <a:close/>
                <a:moveTo>
                  <a:pt x="24774" y="2294838"/>
                </a:moveTo>
                <a:lnTo>
                  <a:pt x="3874279" y="2294838"/>
                </a:lnTo>
                <a:cubicBezTo>
                  <a:pt x="3866641" y="2332799"/>
                  <a:pt x="3859004" y="2374559"/>
                  <a:pt x="3851364" y="2412522"/>
                </a:cubicBezTo>
                <a:cubicBezTo>
                  <a:pt x="3851364" y="2412522"/>
                  <a:pt x="3851364" y="2412522"/>
                  <a:pt x="51506" y="2412522"/>
                </a:cubicBezTo>
                <a:cubicBezTo>
                  <a:pt x="43868" y="2374559"/>
                  <a:pt x="32411" y="2332799"/>
                  <a:pt x="24774" y="2294838"/>
                </a:cubicBezTo>
                <a:close/>
                <a:moveTo>
                  <a:pt x="3096" y="2099731"/>
                </a:moveTo>
                <a:lnTo>
                  <a:pt x="3902152" y="2099731"/>
                </a:lnTo>
                <a:cubicBezTo>
                  <a:pt x="3898334" y="2141249"/>
                  <a:pt x="3894515" y="2182769"/>
                  <a:pt x="3886877" y="2220513"/>
                </a:cubicBezTo>
                <a:cubicBezTo>
                  <a:pt x="3886877" y="2220513"/>
                  <a:pt x="3886877" y="2220513"/>
                  <a:pt x="18371" y="2220513"/>
                </a:cubicBezTo>
                <a:cubicBezTo>
                  <a:pt x="10733" y="2182769"/>
                  <a:pt x="6916" y="2141249"/>
                  <a:pt x="3096" y="2099731"/>
                </a:cubicBezTo>
                <a:close/>
                <a:moveTo>
                  <a:pt x="0" y="1907721"/>
                </a:moveTo>
                <a:cubicBezTo>
                  <a:pt x="0" y="1907721"/>
                  <a:pt x="0" y="1907721"/>
                  <a:pt x="3905250" y="1907721"/>
                </a:cubicBezTo>
                <a:cubicBezTo>
                  <a:pt x="3905250" y="1923204"/>
                  <a:pt x="3905250" y="1934818"/>
                  <a:pt x="3905250" y="1950304"/>
                </a:cubicBezTo>
                <a:cubicBezTo>
                  <a:pt x="3905250" y="1977403"/>
                  <a:pt x="3905250" y="2004500"/>
                  <a:pt x="3905250" y="2031599"/>
                </a:cubicBezTo>
                <a:cubicBezTo>
                  <a:pt x="3905250" y="2031599"/>
                  <a:pt x="3905250" y="2031599"/>
                  <a:pt x="0" y="2031599"/>
                </a:cubicBezTo>
                <a:cubicBezTo>
                  <a:pt x="0" y="2004500"/>
                  <a:pt x="0" y="1977403"/>
                  <a:pt x="0" y="1950304"/>
                </a:cubicBezTo>
                <a:cubicBezTo>
                  <a:pt x="0" y="1934818"/>
                  <a:pt x="0" y="1923204"/>
                  <a:pt x="0" y="1907721"/>
                </a:cubicBezTo>
                <a:close/>
                <a:moveTo>
                  <a:pt x="10733" y="1712612"/>
                </a:moveTo>
                <a:lnTo>
                  <a:pt x="3890695" y="1712612"/>
                </a:lnTo>
                <a:cubicBezTo>
                  <a:pt x="3898334" y="1755195"/>
                  <a:pt x="3898334" y="1793907"/>
                  <a:pt x="3902152" y="1836490"/>
                </a:cubicBezTo>
                <a:cubicBezTo>
                  <a:pt x="3902152" y="1836490"/>
                  <a:pt x="3902152" y="1836490"/>
                  <a:pt x="3096" y="1836490"/>
                </a:cubicBezTo>
                <a:cubicBezTo>
                  <a:pt x="3096" y="1793907"/>
                  <a:pt x="6916" y="1755195"/>
                  <a:pt x="10733" y="1712612"/>
                </a:cubicBezTo>
                <a:close/>
                <a:moveTo>
                  <a:pt x="44578" y="1523699"/>
                </a:moveTo>
                <a:lnTo>
                  <a:pt x="3857574" y="1523699"/>
                </a:lnTo>
                <a:cubicBezTo>
                  <a:pt x="3865207" y="1561444"/>
                  <a:pt x="3872841" y="1602962"/>
                  <a:pt x="3880474" y="1644481"/>
                </a:cubicBezTo>
                <a:cubicBezTo>
                  <a:pt x="3880474" y="1644481"/>
                  <a:pt x="3880474" y="1644481"/>
                  <a:pt x="21678" y="1644481"/>
                </a:cubicBezTo>
                <a:cubicBezTo>
                  <a:pt x="29311" y="1602962"/>
                  <a:pt x="36945" y="1561444"/>
                  <a:pt x="44578" y="1523699"/>
                </a:cubicBezTo>
                <a:close/>
                <a:moveTo>
                  <a:pt x="99389" y="1328591"/>
                </a:moveTo>
                <a:lnTo>
                  <a:pt x="3805859" y="1328591"/>
                </a:lnTo>
                <a:cubicBezTo>
                  <a:pt x="3817310" y="1370108"/>
                  <a:pt x="3828762" y="1407853"/>
                  <a:pt x="3840213" y="1449373"/>
                </a:cubicBezTo>
                <a:cubicBezTo>
                  <a:pt x="3840213" y="1449373"/>
                  <a:pt x="3840213" y="1449373"/>
                  <a:pt x="65035" y="1449373"/>
                </a:cubicBezTo>
                <a:cubicBezTo>
                  <a:pt x="72669" y="1407853"/>
                  <a:pt x="87938" y="1370108"/>
                  <a:pt x="99389" y="1328591"/>
                </a:cubicBezTo>
                <a:close/>
                <a:moveTo>
                  <a:pt x="173517" y="1136580"/>
                </a:moveTo>
                <a:lnTo>
                  <a:pt x="3724814" y="1136580"/>
                </a:lnTo>
                <a:cubicBezTo>
                  <a:pt x="3743906" y="1175293"/>
                  <a:pt x="3762999" y="1217875"/>
                  <a:pt x="3778274" y="1260458"/>
                </a:cubicBezTo>
                <a:cubicBezTo>
                  <a:pt x="3778274" y="1260458"/>
                  <a:pt x="3778274" y="1260458"/>
                  <a:pt x="123876" y="1260458"/>
                </a:cubicBezTo>
                <a:cubicBezTo>
                  <a:pt x="139151" y="1217875"/>
                  <a:pt x="154424" y="1175293"/>
                  <a:pt x="173517" y="1136580"/>
                </a:cubicBezTo>
                <a:close/>
                <a:moveTo>
                  <a:pt x="279293" y="941474"/>
                </a:moveTo>
                <a:lnTo>
                  <a:pt x="3626673" y="941474"/>
                </a:lnTo>
                <a:cubicBezTo>
                  <a:pt x="3649574" y="984056"/>
                  <a:pt x="3672475" y="1022769"/>
                  <a:pt x="3691560" y="1065351"/>
                </a:cubicBezTo>
                <a:cubicBezTo>
                  <a:pt x="3691560" y="1065351"/>
                  <a:pt x="3691560" y="1065351"/>
                  <a:pt x="210590" y="1065351"/>
                </a:cubicBezTo>
                <a:cubicBezTo>
                  <a:pt x="233491" y="1022769"/>
                  <a:pt x="256392" y="984056"/>
                  <a:pt x="279293" y="941474"/>
                </a:cubicBezTo>
                <a:close/>
                <a:moveTo>
                  <a:pt x="412943" y="752559"/>
                </a:moveTo>
                <a:lnTo>
                  <a:pt x="3492305" y="752559"/>
                </a:lnTo>
                <a:cubicBezTo>
                  <a:pt x="3522832" y="790304"/>
                  <a:pt x="3553359" y="831821"/>
                  <a:pt x="3580070" y="873341"/>
                </a:cubicBezTo>
                <a:cubicBezTo>
                  <a:pt x="3580070" y="873341"/>
                  <a:pt x="3580070" y="873341"/>
                  <a:pt x="325179" y="873341"/>
                </a:cubicBezTo>
                <a:cubicBezTo>
                  <a:pt x="351889" y="831821"/>
                  <a:pt x="382416" y="790304"/>
                  <a:pt x="412943" y="752559"/>
                </a:cubicBezTo>
                <a:close/>
                <a:moveTo>
                  <a:pt x="582189" y="560548"/>
                </a:moveTo>
                <a:cubicBezTo>
                  <a:pt x="582189" y="560548"/>
                  <a:pt x="582189" y="560548"/>
                  <a:pt x="3319963" y="560548"/>
                </a:cubicBezTo>
                <a:cubicBezTo>
                  <a:pt x="3358147" y="598509"/>
                  <a:pt x="3396330" y="636473"/>
                  <a:pt x="3434514" y="678232"/>
                </a:cubicBezTo>
                <a:cubicBezTo>
                  <a:pt x="3434514" y="678232"/>
                  <a:pt x="3434514" y="678232"/>
                  <a:pt x="467638" y="678232"/>
                </a:cubicBezTo>
                <a:cubicBezTo>
                  <a:pt x="502004" y="636473"/>
                  <a:pt x="540188" y="598509"/>
                  <a:pt x="582189" y="560548"/>
                </a:cubicBezTo>
                <a:close/>
                <a:moveTo>
                  <a:pt x="808618" y="365442"/>
                </a:moveTo>
                <a:lnTo>
                  <a:pt x="3092810" y="365442"/>
                </a:lnTo>
                <a:cubicBezTo>
                  <a:pt x="3146286" y="404154"/>
                  <a:pt x="3195943" y="446737"/>
                  <a:pt x="3245599" y="489319"/>
                </a:cubicBezTo>
                <a:cubicBezTo>
                  <a:pt x="3245599" y="489319"/>
                  <a:pt x="3245599" y="489319"/>
                  <a:pt x="659649" y="489319"/>
                </a:cubicBezTo>
                <a:cubicBezTo>
                  <a:pt x="705486" y="446737"/>
                  <a:pt x="758962" y="404154"/>
                  <a:pt x="808618" y="365442"/>
                </a:cubicBezTo>
                <a:close/>
                <a:moveTo>
                  <a:pt x="1141891" y="176527"/>
                </a:moveTo>
                <a:lnTo>
                  <a:pt x="2760259" y="176527"/>
                </a:lnTo>
                <a:cubicBezTo>
                  <a:pt x="2840413" y="210692"/>
                  <a:pt x="2912935" y="248655"/>
                  <a:pt x="2985456" y="294211"/>
                </a:cubicBezTo>
                <a:cubicBezTo>
                  <a:pt x="2985456" y="294211"/>
                  <a:pt x="2985456" y="294211"/>
                  <a:pt x="916695" y="294211"/>
                </a:cubicBezTo>
                <a:cubicBezTo>
                  <a:pt x="989215" y="248655"/>
                  <a:pt x="1065553" y="210692"/>
                  <a:pt x="1141891" y="176527"/>
                </a:cubicBezTo>
                <a:close/>
                <a:moveTo>
                  <a:pt x="1949526" y="0"/>
                </a:moveTo>
                <a:cubicBezTo>
                  <a:pt x="2171061" y="0"/>
                  <a:pt x="2381136" y="34067"/>
                  <a:pt x="2579754" y="102200"/>
                </a:cubicBezTo>
                <a:cubicBezTo>
                  <a:pt x="2579754" y="102200"/>
                  <a:pt x="2579754" y="102200"/>
                  <a:pt x="1319298" y="102200"/>
                </a:cubicBezTo>
                <a:cubicBezTo>
                  <a:pt x="1517916" y="34067"/>
                  <a:pt x="1731811" y="0"/>
                  <a:pt x="194952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14" name="Text 11"/>
          <p:cNvSpPr/>
          <p:nvPr/>
        </p:nvSpPr>
        <p:spPr>
          <a:xfrm rot="2100000">
            <a:off x="9042400" y="3636645"/>
            <a:ext cx="3905250" cy="390525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16680000">
            <a:off x="-121920" y="-71120"/>
            <a:ext cx="2160270" cy="1989455"/>
          </a:xfrm>
          <a:custGeom>
            <a:avLst/>
            <a:gdLst/>
            <a:ahLst/>
            <a:cxnLst/>
            <a:rect l="l" t="t" r="r" b="b"/>
            <a:pathLst>
              <a:path w="2160270" h="1989455">
                <a:moveTo>
                  <a:pt x="0" y="404000"/>
                </a:moveTo>
                <a:cubicBezTo>
                  <a:pt x="-4270" y="299551"/>
                  <a:pt x="25291" y="106748"/>
                  <a:pt x="30218" y="95252"/>
                </a:cubicBezTo>
                <a:lnTo>
                  <a:pt x="672683" y="0"/>
                </a:lnTo>
                <a:cubicBezTo>
                  <a:pt x="623742" y="90325"/>
                  <a:pt x="580057" y="311376"/>
                  <a:pt x="587283" y="404000"/>
                </a:cubicBezTo>
                <a:cubicBezTo>
                  <a:pt x="570204" y="964345"/>
                  <a:pt x="1083255" y="1415972"/>
                  <a:pt x="1585468" y="1402177"/>
                </a:cubicBezTo>
                <a:cubicBezTo>
                  <a:pt x="1754953" y="1415643"/>
                  <a:pt x="2006223" y="1319406"/>
                  <a:pt x="2070272" y="1276707"/>
                </a:cubicBezTo>
                <a:lnTo>
                  <a:pt x="2160270" y="1882050"/>
                </a:lnTo>
                <a:cubicBezTo>
                  <a:pt x="2022974" y="1946756"/>
                  <a:pt x="1709297" y="1997995"/>
                  <a:pt x="1585468" y="1989455"/>
                </a:cubicBezTo>
                <a:cubicBezTo>
                  <a:pt x="695675" y="2016717"/>
                  <a:pt x="-21678" y="1202147"/>
                  <a:pt x="0" y="40400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0"/>
                </a:srgbClr>
              </a:gs>
              <a:gs pos="100000">
                <a:srgbClr val="00B0F0">
                  <a:alpha val="0"/>
                </a:srgbClr>
              </a:gs>
            </a:gsLst>
            <a:lin ang="16200000" scaled="1"/>
          </a:gradFill>
        </p:spPr>
      </p:sp>
      <p:sp>
        <p:nvSpPr>
          <p:cNvPr id="16" name="Text 13"/>
          <p:cNvSpPr/>
          <p:nvPr/>
        </p:nvSpPr>
        <p:spPr>
          <a:xfrm rot="16680000">
            <a:off x="-121920" y="-71120"/>
            <a:ext cx="2160270" cy="198945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 rot="17460000">
            <a:off x="10614660" y="325120"/>
            <a:ext cx="1136650" cy="1136650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18" name="Text 15"/>
          <p:cNvSpPr/>
          <p:nvPr/>
        </p:nvSpPr>
        <p:spPr>
          <a:xfrm rot="17460000">
            <a:off x="10614660" y="325120"/>
            <a:ext cx="1136650" cy="113665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 rot="17460000" flipH="1" flipV="1">
            <a:off x="811530" y="5401945"/>
            <a:ext cx="3069590" cy="3069590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20" name="Text 17"/>
          <p:cNvSpPr/>
          <p:nvPr/>
        </p:nvSpPr>
        <p:spPr>
          <a:xfrm rot="17460000">
            <a:off x="811530" y="5401945"/>
            <a:ext cx="3069590" cy="306959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Text 1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/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6" name="Text 4"/>
          <p:cNvSpPr/>
          <p:nvPr/>
        </p:nvSpPr>
        <p:spPr>
          <a:xfrm rot="5940000">
            <a:off x="292735" y="51435"/>
            <a:ext cx="558800" cy="55880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7" name="Image 0" descr="https://kimi-img.moonshot.cn/pub/slides/slides_tmpl/image/25-09-04-15:50:55-d2sk9nu1bb2p4onbqem0.jpg"/>
          <p:cNvPicPr>
            <a:picLocks noChangeAspect="1"/>
          </p:cNvPicPr>
          <p:nvPr/>
        </p:nvPicPr>
        <p:blipFill>
          <a:blip r:embed="rId1"/>
          <a:srcRect l="29" r="29"/>
          <a:stretch>
            <a:fillRect/>
          </a:stretch>
        </p:blipFill>
        <p:spPr>
          <a:xfrm>
            <a:off x="9966960" y="-34290"/>
            <a:ext cx="2223770" cy="68922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964420" y="-34290"/>
            <a:ext cx="2227580" cy="6903720"/>
          </a:xfrm>
          <a:prstGeom prst="rect">
            <a:avLst/>
          </a:prstGeom>
          <a:gradFill flip="none" rotWithShape="1">
            <a:gsLst>
              <a:gs pos="0">
                <a:srgbClr val="004CC0">
                  <a:alpha val="78000"/>
                </a:srgbClr>
              </a:gs>
              <a:gs pos="100000">
                <a:srgbClr val="004CC0"/>
              </a:gs>
            </a:gsLst>
            <a:lin ang="2700000" scaled="1"/>
          </a:gradFill>
        </p:spPr>
      </p:sp>
      <p:sp>
        <p:nvSpPr>
          <p:cNvPr id="9" name="Text 6"/>
          <p:cNvSpPr/>
          <p:nvPr/>
        </p:nvSpPr>
        <p:spPr>
          <a:xfrm>
            <a:off x="9964420" y="-34290"/>
            <a:ext cx="2227580" cy="6903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91731" y="8722360"/>
            <a:ext cx="287989" cy="6985"/>
          </a:xfrm>
          <a:custGeom>
            <a:avLst/>
            <a:gdLst/>
            <a:ahLst/>
            <a:cxnLst/>
            <a:rect l="l" t="t" r="r" b="b"/>
            <a:pathLst>
              <a:path w="287989" h="6985">
                <a:moveTo>
                  <a:pt x="287989" y="0"/>
                </a:moveTo>
                <a:lnTo>
                  <a:pt x="260078" y="2540"/>
                </a:lnTo>
                <a:lnTo>
                  <a:pt x="221384" y="5080"/>
                </a:lnTo>
                <a:lnTo>
                  <a:pt x="182689" y="6350"/>
                </a:lnTo>
                <a:lnTo>
                  <a:pt x="143995" y="6985"/>
                </a:lnTo>
                <a:lnTo>
                  <a:pt x="104666" y="6350"/>
                </a:lnTo>
                <a:lnTo>
                  <a:pt x="65971" y="5080"/>
                </a:lnTo>
                <a:lnTo>
                  <a:pt x="27911" y="2540"/>
                </a:lnTo>
                <a:lnTo>
                  <a:pt x="0" y="0"/>
                </a:lnTo>
                <a:lnTo>
                  <a:pt x="287989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Text 8"/>
          <p:cNvSpPr/>
          <p:nvPr/>
        </p:nvSpPr>
        <p:spPr>
          <a:xfrm>
            <a:off x="6291731" y="8722360"/>
            <a:ext cx="287989" cy="69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4920000" flipV="1">
            <a:off x="9856470" y="5581650"/>
            <a:ext cx="1457960" cy="1342390"/>
          </a:xfrm>
          <a:custGeom>
            <a:avLst/>
            <a:gdLst/>
            <a:ahLst/>
            <a:cxnLst/>
            <a:rect l="l" t="t" r="r" b="b"/>
            <a:pathLst>
              <a:path w="1457960" h="1342390">
                <a:moveTo>
                  <a:pt x="0" y="272600"/>
                </a:moveTo>
                <a:cubicBezTo>
                  <a:pt x="-2882" y="202123"/>
                  <a:pt x="17069" y="72029"/>
                  <a:pt x="20394" y="64272"/>
                </a:cubicBezTo>
                <a:lnTo>
                  <a:pt x="453991" y="0"/>
                </a:lnTo>
                <a:cubicBezTo>
                  <a:pt x="420962" y="60947"/>
                  <a:pt x="391479" y="210102"/>
                  <a:pt x="396356" y="272600"/>
                </a:cubicBezTo>
                <a:cubicBezTo>
                  <a:pt x="384829" y="650695"/>
                  <a:pt x="731086" y="955431"/>
                  <a:pt x="1070028" y="946122"/>
                </a:cubicBezTo>
                <a:cubicBezTo>
                  <a:pt x="1184412" y="955209"/>
                  <a:pt x="1353994" y="890273"/>
                  <a:pt x="1397221" y="861461"/>
                </a:cubicBezTo>
                <a:lnTo>
                  <a:pt x="1457960" y="1269918"/>
                </a:lnTo>
                <a:cubicBezTo>
                  <a:pt x="1365300" y="1313579"/>
                  <a:pt x="1153599" y="1348152"/>
                  <a:pt x="1070028" y="1342390"/>
                </a:cubicBezTo>
                <a:cubicBezTo>
                  <a:pt x="469509" y="1360785"/>
                  <a:pt x="-14631" y="811152"/>
                  <a:pt x="0" y="27260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0"/>
                </a:srgbClr>
              </a:gs>
              <a:gs pos="100000">
                <a:srgbClr val="00B0F0">
                  <a:alpha val="0"/>
                </a:srgbClr>
              </a:gs>
            </a:gsLst>
            <a:lin ang="16200000" scaled="1"/>
          </a:gradFill>
        </p:spPr>
      </p:sp>
      <p:sp>
        <p:nvSpPr>
          <p:cNvPr id="13" name="Text 10"/>
          <p:cNvSpPr/>
          <p:nvPr/>
        </p:nvSpPr>
        <p:spPr>
          <a:xfrm rot="4920000">
            <a:off x="9856470" y="5581650"/>
            <a:ext cx="1457960" cy="134239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 rot="15060000" flipH="1">
            <a:off x="10623533" y="4245026"/>
            <a:ext cx="1958340" cy="1694329"/>
          </a:xfrm>
          <a:custGeom>
            <a:avLst/>
            <a:gdLst/>
            <a:ahLst/>
            <a:cxnLst/>
            <a:rect l="l" t="t" r="r" b="b"/>
            <a:pathLst>
              <a:path w="1958340" h="1694329">
                <a:moveTo>
                  <a:pt x="250190" y="1632094"/>
                </a:moveTo>
                <a:lnTo>
                  <a:pt x="525780" y="1632094"/>
                </a:lnTo>
                <a:lnTo>
                  <a:pt x="349885" y="1694329"/>
                </a:lnTo>
                <a:lnTo>
                  <a:pt x="309245" y="1694329"/>
                </a:lnTo>
                <a:cubicBezTo>
                  <a:pt x="288290" y="1675277"/>
                  <a:pt x="265430" y="1651780"/>
                  <a:pt x="250190" y="1632094"/>
                </a:cubicBezTo>
                <a:close/>
                <a:moveTo>
                  <a:pt x="173990" y="1537470"/>
                </a:moveTo>
                <a:lnTo>
                  <a:pt x="793750" y="1537470"/>
                </a:lnTo>
                <a:lnTo>
                  <a:pt x="626745" y="1596530"/>
                </a:lnTo>
                <a:lnTo>
                  <a:pt x="217805" y="1596530"/>
                </a:lnTo>
                <a:cubicBezTo>
                  <a:pt x="202565" y="1578114"/>
                  <a:pt x="186055" y="1556522"/>
                  <a:pt x="173990" y="1537470"/>
                </a:cubicBezTo>
                <a:close/>
                <a:moveTo>
                  <a:pt x="114935" y="1439672"/>
                </a:moveTo>
                <a:lnTo>
                  <a:pt x="1071245" y="1439672"/>
                </a:lnTo>
                <a:lnTo>
                  <a:pt x="899795" y="1500637"/>
                </a:lnTo>
                <a:lnTo>
                  <a:pt x="149225" y="1500637"/>
                </a:lnTo>
                <a:cubicBezTo>
                  <a:pt x="137795" y="1481585"/>
                  <a:pt x="125095" y="1458723"/>
                  <a:pt x="114935" y="1439672"/>
                </a:cubicBezTo>
                <a:close/>
                <a:moveTo>
                  <a:pt x="68580" y="1343778"/>
                </a:moveTo>
                <a:lnTo>
                  <a:pt x="1343660" y="1343778"/>
                </a:lnTo>
                <a:lnTo>
                  <a:pt x="1176655" y="1402203"/>
                </a:lnTo>
                <a:lnTo>
                  <a:pt x="95250" y="1402203"/>
                </a:lnTo>
                <a:cubicBezTo>
                  <a:pt x="90170" y="1393313"/>
                  <a:pt x="85090" y="1380611"/>
                  <a:pt x="81280" y="1372356"/>
                </a:cubicBezTo>
                <a:cubicBezTo>
                  <a:pt x="77470" y="1362830"/>
                  <a:pt x="72390" y="1350764"/>
                  <a:pt x="68580" y="1343778"/>
                </a:cubicBezTo>
                <a:close/>
                <a:moveTo>
                  <a:pt x="35560" y="1245345"/>
                </a:moveTo>
                <a:lnTo>
                  <a:pt x="1621155" y="1245345"/>
                </a:lnTo>
                <a:lnTo>
                  <a:pt x="1445260" y="1307580"/>
                </a:lnTo>
                <a:lnTo>
                  <a:pt x="54610" y="1307580"/>
                </a:lnTo>
                <a:cubicBezTo>
                  <a:pt x="46990" y="1288528"/>
                  <a:pt x="40640" y="1265031"/>
                  <a:pt x="35560" y="1245345"/>
                </a:cubicBezTo>
                <a:close/>
                <a:moveTo>
                  <a:pt x="12700" y="1150721"/>
                </a:moveTo>
                <a:lnTo>
                  <a:pt x="1889125" y="1150721"/>
                </a:lnTo>
                <a:lnTo>
                  <a:pt x="1722120" y="1209781"/>
                </a:lnTo>
                <a:lnTo>
                  <a:pt x="26035" y="1209781"/>
                </a:lnTo>
                <a:cubicBezTo>
                  <a:pt x="24130" y="1200256"/>
                  <a:pt x="20955" y="1188189"/>
                  <a:pt x="19050" y="1179934"/>
                </a:cubicBezTo>
                <a:cubicBezTo>
                  <a:pt x="16510" y="1170408"/>
                  <a:pt x="13970" y="1158342"/>
                  <a:pt x="12700" y="1150721"/>
                </a:cubicBezTo>
                <a:close/>
                <a:moveTo>
                  <a:pt x="1270" y="1052923"/>
                </a:moveTo>
                <a:lnTo>
                  <a:pt x="1957070" y="1052923"/>
                </a:lnTo>
                <a:cubicBezTo>
                  <a:pt x="1955165" y="1073879"/>
                  <a:pt x="1952625" y="1096741"/>
                  <a:pt x="1948815" y="1113888"/>
                </a:cubicBezTo>
                <a:lnTo>
                  <a:pt x="9525" y="1113888"/>
                </a:lnTo>
                <a:cubicBezTo>
                  <a:pt x="5080" y="1094836"/>
                  <a:pt x="3175" y="1071974"/>
                  <a:pt x="1270" y="1052923"/>
                </a:cubicBezTo>
                <a:close/>
                <a:moveTo>
                  <a:pt x="0" y="957029"/>
                </a:moveTo>
                <a:lnTo>
                  <a:pt x="1958340" y="957029"/>
                </a:lnTo>
                <a:lnTo>
                  <a:pt x="1958340" y="960204"/>
                </a:lnTo>
                <a:lnTo>
                  <a:pt x="1958340" y="960839"/>
                </a:lnTo>
                <a:lnTo>
                  <a:pt x="1958340" y="961475"/>
                </a:lnTo>
                <a:lnTo>
                  <a:pt x="1958340" y="962110"/>
                </a:lnTo>
                <a:lnTo>
                  <a:pt x="1958340" y="962745"/>
                </a:lnTo>
                <a:lnTo>
                  <a:pt x="1958340" y="963380"/>
                </a:lnTo>
                <a:lnTo>
                  <a:pt x="1958340" y="964015"/>
                </a:lnTo>
                <a:lnTo>
                  <a:pt x="1958340" y="979256"/>
                </a:lnTo>
                <a:lnTo>
                  <a:pt x="1958340" y="979891"/>
                </a:lnTo>
                <a:lnTo>
                  <a:pt x="1958340" y="980526"/>
                </a:lnTo>
                <a:lnTo>
                  <a:pt x="1958340" y="981796"/>
                </a:lnTo>
                <a:lnTo>
                  <a:pt x="1958340" y="982431"/>
                </a:lnTo>
                <a:lnTo>
                  <a:pt x="1958340" y="984337"/>
                </a:lnTo>
                <a:lnTo>
                  <a:pt x="1958340" y="991322"/>
                </a:lnTo>
                <a:lnTo>
                  <a:pt x="1958340" y="1018630"/>
                </a:lnTo>
                <a:lnTo>
                  <a:pt x="0" y="1018630"/>
                </a:lnTo>
                <a:lnTo>
                  <a:pt x="0" y="957029"/>
                </a:lnTo>
                <a:close/>
                <a:moveTo>
                  <a:pt x="5080" y="858596"/>
                </a:moveTo>
                <a:lnTo>
                  <a:pt x="1951355" y="858596"/>
                </a:lnTo>
                <a:cubicBezTo>
                  <a:pt x="1953895" y="873202"/>
                  <a:pt x="1954530" y="889078"/>
                  <a:pt x="1955165" y="901144"/>
                </a:cubicBezTo>
                <a:cubicBezTo>
                  <a:pt x="1955800" y="907495"/>
                  <a:pt x="1956435" y="916386"/>
                  <a:pt x="1957070" y="920831"/>
                </a:cubicBezTo>
                <a:lnTo>
                  <a:pt x="1270" y="920831"/>
                </a:lnTo>
                <a:cubicBezTo>
                  <a:pt x="1270" y="901144"/>
                  <a:pt x="3175" y="880822"/>
                  <a:pt x="5080" y="863041"/>
                </a:cubicBezTo>
                <a:lnTo>
                  <a:pt x="5080" y="861771"/>
                </a:lnTo>
                <a:lnTo>
                  <a:pt x="5080" y="861136"/>
                </a:lnTo>
                <a:lnTo>
                  <a:pt x="5080" y="859866"/>
                </a:lnTo>
                <a:lnTo>
                  <a:pt x="5080" y="858596"/>
                </a:lnTo>
                <a:close/>
                <a:moveTo>
                  <a:pt x="22225" y="763972"/>
                </a:moveTo>
                <a:lnTo>
                  <a:pt x="1934210" y="763972"/>
                </a:lnTo>
                <a:cubicBezTo>
                  <a:pt x="1938020" y="783024"/>
                  <a:pt x="1942465" y="805886"/>
                  <a:pt x="1945640" y="824938"/>
                </a:cubicBezTo>
                <a:lnTo>
                  <a:pt x="10795" y="824938"/>
                </a:lnTo>
                <a:cubicBezTo>
                  <a:pt x="14605" y="803981"/>
                  <a:pt x="19050" y="781119"/>
                  <a:pt x="22225" y="763972"/>
                </a:cubicBezTo>
                <a:close/>
                <a:moveTo>
                  <a:pt x="49530" y="666174"/>
                </a:moveTo>
                <a:lnTo>
                  <a:pt x="1908810" y="666174"/>
                </a:lnTo>
                <a:cubicBezTo>
                  <a:pt x="1911350" y="676334"/>
                  <a:pt x="1915160" y="689036"/>
                  <a:pt x="1917065" y="697291"/>
                </a:cubicBezTo>
                <a:cubicBezTo>
                  <a:pt x="1920240" y="706817"/>
                  <a:pt x="1923415" y="718248"/>
                  <a:pt x="1925955" y="727139"/>
                </a:cubicBezTo>
                <a:lnTo>
                  <a:pt x="32385" y="727139"/>
                </a:lnTo>
                <a:cubicBezTo>
                  <a:pt x="34925" y="713803"/>
                  <a:pt x="40005" y="698561"/>
                  <a:pt x="43180" y="687765"/>
                </a:cubicBezTo>
                <a:cubicBezTo>
                  <a:pt x="45720" y="680780"/>
                  <a:pt x="48260" y="671889"/>
                  <a:pt x="49530" y="666174"/>
                </a:cubicBezTo>
                <a:close/>
                <a:moveTo>
                  <a:pt x="86995" y="570280"/>
                </a:moveTo>
                <a:lnTo>
                  <a:pt x="1868170" y="570280"/>
                </a:lnTo>
                <a:cubicBezTo>
                  <a:pt x="1877060" y="589332"/>
                  <a:pt x="1887855" y="612829"/>
                  <a:pt x="1894840" y="631881"/>
                </a:cubicBezTo>
                <a:lnTo>
                  <a:pt x="62230" y="631881"/>
                </a:lnTo>
                <a:cubicBezTo>
                  <a:pt x="69850" y="610924"/>
                  <a:pt x="78105" y="587427"/>
                  <a:pt x="86995" y="570280"/>
                </a:cubicBezTo>
                <a:close/>
                <a:moveTo>
                  <a:pt x="140335" y="471846"/>
                </a:moveTo>
                <a:lnTo>
                  <a:pt x="1818640" y="471846"/>
                </a:lnTo>
                <a:cubicBezTo>
                  <a:pt x="1821815" y="477562"/>
                  <a:pt x="1825625" y="485183"/>
                  <a:pt x="1828165" y="488993"/>
                </a:cubicBezTo>
                <a:cubicBezTo>
                  <a:pt x="1835785" y="503599"/>
                  <a:pt x="1845310" y="520746"/>
                  <a:pt x="1851025" y="534082"/>
                </a:cubicBezTo>
                <a:lnTo>
                  <a:pt x="105410" y="534082"/>
                </a:lnTo>
                <a:cubicBezTo>
                  <a:pt x="111125" y="523921"/>
                  <a:pt x="118110" y="511220"/>
                  <a:pt x="123190" y="502964"/>
                </a:cubicBezTo>
                <a:cubicBezTo>
                  <a:pt x="128905" y="492803"/>
                  <a:pt x="135255" y="480737"/>
                  <a:pt x="140335" y="471846"/>
                </a:cubicBezTo>
                <a:close/>
                <a:moveTo>
                  <a:pt x="207010" y="377223"/>
                </a:moveTo>
                <a:lnTo>
                  <a:pt x="1751330" y="377223"/>
                </a:lnTo>
                <a:cubicBezTo>
                  <a:pt x="1766570" y="396275"/>
                  <a:pt x="1783080" y="419137"/>
                  <a:pt x="1795145" y="438189"/>
                </a:cubicBezTo>
                <a:lnTo>
                  <a:pt x="163195" y="438189"/>
                </a:lnTo>
                <a:cubicBezTo>
                  <a:pt x="175895" y="417232"/>
                  <a:pt x="193040" y="394370"/>
                  <a:pt x="207010" y="377223"/>
                </a:cubicBezTo>
                <a:close/>
                <a:moveTo>
                  <a:pt x="292100" y="281330"/>
                </a:moveTo>
                <a:lnTo>
                  <a:pt x="1664970" y="281330"/>
                </a:lnTo>
                <a:cubicBezTo>
                  <a:pt x="1683385" y="299746"/>
                  <a:pt x="1704975" y="321338"/>
                  <a:pt x="1722120" y="340390"/>
                </a:cubicBezTo>
                <a:lnTo>
                  <a:pt x="234315" y="340390"/>
                </a:lnTo>
                <a:cubicBezTo>
                  <a:pt x="251460" y="319433"/>
                  <a:pt x="273050" y="298476"/>
                  <a:pt x="292100" y="281330"/>
                </a:cubicBezTo>
                <a:close/>
                <a:moveTo>
                  <a:pt x="405765" y="183531"/>
                </a:moveTo>
                <a:lnTo>
                  <a:pt x="1550670" y="183531"/>
                </a:lnTo>
                <a:cubicBezTo>
                  <a:pt x="1577340" y="202583"/>
                  <a:pt x="1605280" y="226080"/>
                  <a:pt x="1627505" y="245132"/>
                </a:cubicBezTo>
                <a:lnTo>
                  <a:pt x="330835" y="245132"/>
                </a:lnTo>
                <a:cubicBezTo>
                  <a:pt x="353060" y="224175"/>
                  <a:pt x="382905" y="200678"/>
                  <a:pt x="405765" y="183531"/>
                </a:cubicBezTo>
                <a:close/>
                <a:moveTo>
                  <a:pt x="572770" y="88273"/>
                </a:moveTo>
                <a:lnTo>
                  <a:pt x="1384300" y="88273"/>
                </a:lnTo>
                <a:cubicBezTo>
                  <a:pt x="1423670" y="105419"/>
                  <a:pt x="1464310" y="127011"/>
                  <a:pt x="1497330" y="147333"/>
                </a:cubicBezTo>
                <a:lnTo>
                  <a:pt x="459740" y="147333"/>
                </a:lnTo>
                <a:cubicBezTo>
                  <a:pt x="495300" y="125106"/>
                  <a:pt x="537845" y="104149"/>
                  <a:pt x="572770" y="88273"/>
                </a:cubicBezTo>
                <a:close/>
                <a:moveTo>
                  <a:pt x="977900" y="0"/>
                </a:moveTo>
                <a:cubicBezTo>
                  <a:pt x="1087120" y="-1270"/>
                  <a:pt x="1203325" y="19687"/>
                  <a:pt x="1293495" y="51440"/>
                </a:cubicBezTo>
                <a:lnTo>
                  <a:pt x="661670" y="51440"/>
                </a:lnTo>
                <a:cubicBezTo>
                  <a:pt x="759460" y="16511"/>
                  <a:pt x="878840" y="-635"/>
                  <a:pt x="9779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3500000" scaled="1"/>
          </a:gradFill>
        </p:spPr>
      </p:sp>
      <p:sp>
        <p:nvSpPr>
          <p:cNvPr id="15" name="Text 12"/>
          <p:cNvSpPr/>
          <p:nvPr/>
        </p:nvSpPr>
        <p:spPr>
          <a:xfrm rot="15060000">
            <a:off x="10623533" y="4245026"/>
            <a:ext cx="1958340" cy="1694329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 rot="6540000">
            <a:off x="10932795" y="1224280"/>
            <a:ext cx="464185" cy="464185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17" name="Text 14"/>
          <p:cNvSpPr/>
          <p:nvPr/>
        </p:nvSpPr>
        <p:spPr>
          <a:xfrm rot="6540000">
            <a:off x="10932795" y="1224280"/>
            <a:ext cx="464185" cy="46418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39445" y="1260475"/>
            <a:ext cx="91440" cy="1432560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9" name="Text 16"/>
          <p:cNvSpPr/>
          <p:nvPr/>
        </p:nvSpPr>
        <p:spPr>
          <a:xfrm>
            <a:off x="639445" y="1260475"/>
            <a:ext cx="91440" cy="14325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66445" y="1260475"/>
            <a:ext cx="9063990" cy="1432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445" y="1260475"/>
            <a:ext cx="9063990" cy="14325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 flipH="1" flipV="1">
            <a:off x="9601835" y="1260475"/>
            <a:ext cx="228600" cy="228600"/>
          </a:xfrm>
          <a:prstGeom prst="rtTriangle">
            <a:avLst/>
          </a:prstGeom>
          <a:solidFill>
            <a:srgbClr val="004CC0"/>
          </a:solidFill>
        </p:spPr>
      </p:sp>
      <p:sp>
        <p:nvSpPr>
          <p:cNvPr id="23" name="Text 20"/>
          <p:cNvSpPr/>
          <p:nvPr/>
        </p:nvSpPr>
        <p:spPr>
          <a:xfrm>
            <a:off x="9601835" y="1260475"/>
            <a:ext cx="228600" cy="22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39445" y="2912110"/>
            <a:ext cx="91440" cy="1432560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25" name="Text 22"/>
          <p:cNvSpPr/>
          <p:nvPr/>
        </p:nvSpPr>
        <p:spPr>
          <a:xfrm>
            <a:off x="639445" y="2912110"/>
            <a:ext cx="91440" cy="14325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66445" y="2912110"/>
            <a:ext cx="9063990" cy="1432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6445" y="2912110"/>
            <a:ext cx="9063990" cy="14325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 flipH="1" flipV="1">
            <a:off x="9601835" y="2912110"/>
            <a:ext cx="228600" cy="228600"/>
          </a:xfrm>
          <a:prstGeom prst="rtTriangle">
            <a:avLst/>
          </a:prstGeom>
          <a:solidFill>
            <a:srgbClr val="004CC0"/>
          </a:solidFill>
        </p:spPr>
      </p:sp>
      <p:sp>
        <p:nvSpPr>
          <p:cNvPr id="29" name="Text 26"/>
          <p:cNvSpPr/>
          <p:nvPr/>
        </p:nvSpPr>
        <p:spPr>
          <a:xfrm>
            <a:off x="9601835" y="2912110"/>
            <a:ext cx="228600" cy="22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39445" y="4563745"/>
            <a:ext cx="91440" cy="1432560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31" name="Text 28"/>
          <p:cNvSpPr/>
          <p:nvPr/>
        </p:nvSpPr>
        <p:spPr>
          <a:xfrm>
            <a:off x="639445" y="4563745"/>
            <a:ext cx="91440" cy="14325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66445" y="4563745"/>
            <a:ext cx="9063990" cy="1432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66445" y="4563745"/>
            <a:ext cx="9063990" cy="14325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 flipH="1" flipV="1">
            <a:off x="9601835" y="4563745"/>
            <a:ext cx="228600" cy="228600"/>
          </a:xfrm>
          <a:prstGeom prst="rtTriangle">
            <a:avLst/>
          </a:prstGeom>
          <a:solidFill>
            <a:srgbClr val="004CC0"/>
          </a:solidFill>
        </p:spPr>
      </p:sp>
      <p:sp>
        <p:nvSpPr>
          <p:cNvPr id="35" name="Text 32"/>
          <p:cNvSpPr/>
          <p:nvPr/>
        </p:nvSpPr>
        <p:spPr>
          <a:xfrm>
            <a:off x="9601835" y="4563745"/>
            <a:ext cx="228600" cy="22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82930" y="211455"/>
            <a:ext cx="10151745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选题背景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53440" y="1357630"/>
            <a:ext cx="69342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rgbClr val="1D3EB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国家政策支持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05510" y="1734185"/>
            <a:ext cx="8798560" cy="5716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近年来，国家大力推行乡村振兴战略，数字乡村建设成为关键抓手，数商兴农政策持续加码，为农产品电商发展提供了政策红利。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53440" y="3009265"/>
            <a:ext cx="69342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rgbClr val="1D3EB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现实问题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05510" y="3385820"/>
            <a:ext cx="8798560" cy="5716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农产品销售渠道单一，信息不对称，导致优质农产品难卖、难获好价，而城市消费者对绿色农产品需求增长，却缺乏可信渠道。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53440" y="4660900"/>
            <a:ext cx="69342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rgbClr val="1D3EB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技术背景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905510" y="5037455"/>
            <a:ext cx="8798560" cy="5716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Vue.js以其轻量、高效、组件化的特点，成为构建现代电商平台的理想选择，能够有效提升开发效率和用户体验。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Text 1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/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6" name="Text 4"/>
          <p:cNvSpPr/>
          <p:nvPr/>
        </p:nvSpPr>
        <p:spPr>
          <a:xfrm rot="5940000">
            <a:off x="292735" y="51435"/>
            <a:ext cx="558800" cy="55880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7" name="Image 0" descr="https://kimi-img.moonshot.cn/pub/slides/slides_tmpl/image/25-09-04-15:50:55-d2sk9nu1bb2p4onbqel0.png"/>
          <p:cNvPicPr>
            <a:picLocks noChangeAspect="1"/>
          </p:cNvPicPr>
          <p:nvPr/>
        </p:nvPicPr>
        <p:blipFill>
          <a:blip r:embed="rId1"/>
          <a:srcRect l="32" r="32"/>
          <a:stretch>
            <a:fillRect/>
          </a:stretch>
        </p:blipFill>
        <p:spPr>
          <a:xfrm>
            <a:off x="7287895" y="-6350"/>
            <a:ext cx="4904105" cy="68643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 flipH="1" flipV="1">
            <a:off x="7287895" y="-6350"/>
            <a:ext cx="4884420" cy="6858000"/>
          </a:xfrm>
          <a:prstGeom prst="round1Rect">
            <a:avLst>
              <a:gd name="adj" fmla="val 22282"/>
            </a:avLst>
          </a:prstGeom>
          <a:solidFill>
            <a:srgbClr val="8496B0">
              <a:alpha val="20000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7287895" y="-6350"/>
            <a:ext cx="4884420" cy="6858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flipV="1">
            <a:off x="-1905" y="0"/>
            <a:ext cx="7306945" cy="6858000"/>
          </a:xfrm>
          <a:prstGeom prst="round1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1" name="Text 8"/>
          <p:cNvSpPr/>
          <p:nvPr/>
        </p:nvSpPr>
        <p:spPr>
          <a:xfrm>
            <a:off x="-1905" y="0"/>
            <a:ext cx="7306945" cy="6858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48360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3" name="Text 10"/>
          <p:cNvSpPr/>
          <p:nvPr/>
        </p:nvSpPr>
        <p:spPr>
          <a:xfrm>
            <a:off x="848360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22291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5" name="Text 12"/>
          <p:cNvSpPr/>
          <p:nvPr/>
        </p:nvSpPr>
        <p:spPr>
          <a:xfrm>
            <a:off x="1122291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396222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7" name="Text 14"/>
          <p:cNvSpPr/>
          <p:nvPr/>
        </p:nvSpPr>
        <p:spPr>
          <a:xfrm>
            <a:off x="1396222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82930" y="211455"/>
            <a:ext cx="10151745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研究意义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 flipH="1">
            <a:off x="6159661" y="5695950"/>
            <a:ext cx="2279328" cy="1162050"/>
          </a:xfrm>
          <a:custGeom>
            <a:avLst/>
            <a:gdLst/>
            <a:ahLst/>
            <a:cxnLst/>
            <a:rect l="l" t="t" r="r" b="b"/>
            <a:pathLst>
              <a:path w="2279328" h="1162050">
                <a:moveTo>
                  <a:pt x="2279328" y="1150620"/>
                </a:moveTo>
                <a:cubicBezTo>
                  <a:pt x="1688697" y="1161415"/>
                  <a:pt x="1119024" y="480060"/>
                  <a:pt x="1139982" y="0"/>
                </a:cubicBezTo>
                <a:cubicBezTo>
                  <a:pt x="1150143" y="607060"/>
                  <a:pt x="506800" y="1145540"/>
                  <a:pt x="0" y="1150620"/>
                </a:cubicBezTo>
                <a:cubicBezTo>
                  <a:pt x="49537" y="1149985"/>
                  <a:pt x="99074" y="1153795"/>
                  <a:pt x="147975" y="1162050"/>
                </a:cubicBezTo>
                <a:lnTo>
                  <a:pt x="2161837" y="1162050"/>
                </a:lnTo>
                <a:cubicBezTo>
                  <a:pt x="2201847" y="1155065"/>
                  <a:pt x="2241223" y="1151255"/>
                  <a:pt x="2279328" y="1150620"/>
                </a:cubicBezTo>
                <a:close/>
              </a:path>
            </a:pathLst>
          </a:custGeom>
          <a:solidFill>
            <a:srgbClr val="004CC0"/>
          </a:solidFill>
        </p:spPr>
      </p:sp>
      <p:sp>
        <p:nvSpPr>
          <p:cNvPr id="20" name="Text 17"/>
          <p:cNvSpPr/>
          <p:nvPr/>
        </p:nvSpPr>
        <p:spPr>
          <a:xfrm>
            <a:off x="6159661" y="5695950"/>
            <a:ext cx="2279328" cy="1162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 flipH="1">
            <a:off x="11388725" y="422910"/>
            <a:ext cx="614680" cy="575310"/>
          </a:xfrm>
          <a:custGeom>
            <a:avLst/>
            <a:gdLst/>
            <a:ahLst/>
            <a:cxnLst/>
            <a:rect l="l" t="t" r="r" b="b"/>
            <a:pathLst>
              <a:path w="614680" h="575310">
                <a:moveTo>
                  <a:pt x="614680" y="287655"/>
                </a:moveTo>
                <a:lnTo>
                  <a:pt x="606766" y="287655"/>
                </a:lnTo>
                <a:lnTo>
                  <a:pt x="598851" y="287655"/>
                </a:lnTo>
                <a:lnTo>
                  <a:pt x="592256" y="287655"/>
                </a:lnTo>
                <a:lnTo>
                  <a:pt x="592256" y="287655"/>
                </a:lnTo>
                <a:lnTo>
                  <a:pt x="600170" y="287655"/>
                </a:lnTo>
                <a:lnTo>
                  <a:pt x="606766" y="287655"/>
                </a:lnTo>
                <a:lnTo>
                  <a:pt x="614680" y="287655"/>
                </a:lnTo>
                <a:close/>
                <a:moveTo>
                  <a:pt x="592256" y="287655"/>
                </a:moveTo>
                <a:cubicBezTo>
                  <a:pt x="444522" y="290294"/>
                  <a:pt x="302064" y="120076"/>
                  <a:pt x="307340" y="0"/>
                </a:cubicBezTo>
                <a:cubicBezTo>
                  <a:pt x="309978" y="151745"/>
                  <a:pt x="149053" y="286335"/>
                  <a:pt x="22424" y="287655"/>
                </a:cubicBezTo>
                <a:cubicBezTo>
                  <a:pt x="170158" y="285016"/>
                  <a:pt x="312616" y="455234"/>
                  <a:pt x="307340" y="575310"/>
                </a:cubicBezTo>
                <a:cubicBezTo>
                  <a:pt x="304702" y="424885"/>
                  <a:pt x="465627" y="290294"/>
                  <a:pt x="592256" y="287655"/>
                </a:cubicBezTo>
                <a:close/>
                <a:moveTo>
                  <a:pt x="22424" y="287655"/>
                </a:moveTo>
                <a:lnTo>
                  <a:pt x="21105" y="287655"/>
                </a:lnTo>
                <a:lnTo>
                  <a:pt x="14510" y="287655"/>
                </a:lnTo>
                <a:lnTo>
                  <a:pt x="6595" y="287655"/>
                </a:lnTo>
                <a:lnTo>
                  <a:pt x="0" y="287655"/>
                </a:lnTo>
                <a:lnTo>
                  <a:pt x="7914" y="287655"/>
                </a:lnTo>
                <a:lnTo>
                  <a:pt x="15829" y="287655"/>
                </a:lnTo>
                <a:lnTo>
                  <a:pt x="22424" y="28765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19"/>
          <p:cNvSpPr/>
          <p:nvPr/>
        </p:nvSpPr>
        <p:spPr>
          <a:xfrm>
            <a:off x="11388725" y="422910"/>
            <a:ext cx="614680" cy="5753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 flipH="1">
            <a:off x="11549380" y="5598160"/>
            <a:ext cx="293370" cy="274955"/>
          </a:xfrm>
          <a:custGeom>
            <a:avLst/>
            <a:gdLst/>
            <a:ahLst/>
            <a:cxnLst/>
            <a:rect l="l" t="t" r="r" b="b"/>
            <a:pathLst>
              <a:path w="293370" h="274955">
                <a:moveTo>
                  <a:pt x="293370" y="137478"/>
                </a:moveTo>
                <a:lnTo>
                  <a:pt x="289593" y="137478"/>
                </a:lnTo>
                <a:lnTo>
                  <a:pt x="285815" y="137478"/>
                </a:lnTo>
                <a:lnTo>
                  <a:pt x="282668" y="137478"/>
                </a:lnTo>
                <a:lnTo>
                  <a:pt x="282668" y="137478"/>
                </a:lnTo>
                <a:lnTo>
                  <a:pt x="286445" y="137478"/>
                </a:lnTo>
                <a:lnTo>
                  <a:pt x="289593" y="137478"/>
                </a:lnTo>
                <a:lnTo>
                  <a:pt x="293370" y="137478"/>
                </a:lnTo>
                <a:close/>
                <a:moveTo>
                  <a:pt x="282668" y="137478"/>
                </a:moveTo>
                <a:cubicBezTo>
                  <a:pt x="212158" y="138739"/>
                  <a:pt x="144167" y="57387"/>
                  <a:pt x="146685" y="0"/>
                </a:cubicBezTo>
                <a:cubicBezTo>
                  <a:pt x="147944" y="72523"/>
                  <a:pt x="71139" y="136847"/>
                  <a:pt x="10702" y="137478"/>
                </a:cubicBezTo>
                <a:cubicBezTo>
                  <a:pt x="81212" y="136216"/>
                  <a:pt x="149203" y="217568"/>
                  <a:pt x="146685" y="274955"/>
                </a:cubicBezTo>
                <a:cubicBezTo>
                  <a:pt x="145426" y="203063"/>
                  <a:pt x="222231" y="138739"/>
                  <a:pt x="282668" y="137478"/>
                </a:cubicBezTo>
                <a:close/>
                <a:moveTo>
                  <a:pt x="10702" y="137478"/>
                </a:moveTo>
                <a:lnTo>
                  <a:pt x="10073" y="137478"/>
                </a:lnTo>
                <a:lnTo>
                  <a:pt x="6925" y="137478"/>
                </a:lnTo>
                <a:lnTo>
                  <a:pt x="3148" y="137478"/>
                </a:lnTo>
                <a:lnTo>
                  <a:pt x="0" y="137478"/>
                </a:lnTo>
                <a:lnTo>
                  <a:pt x="3777" y="137478"/>
                </a:lnTo>
                <a:lnTo>
                  <a:pt x="7555" y="137478"/>
                </a:lnTo>
                <a:lnTo>
                  <a:pt x="10702" y="13747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Text 21"/>
          <p:cNvSpPr/>
          <p:nvPr/>
        </p:nvSpPr>
        <p:spPr>
          <a:xfrm>
            <a:off x="11549380" y="5598160"/>
            <a:ext cx="293370" cy="2749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 flipH="1">
            <a:off x="11549380" y="6125210"/>
            <a:ext cx="293370" cy="274955"/>
          </a:xfrm>
          <a:custGeom>
            <a:avLst/>
            <a:gdLst/>
            <a:ahLst/>
            <a:cxnLst/>
            <a:rect l="l" t="t" r="r" b="b"/>
            <a:pathLst>
              <a:path w="293370" h="274955">
                <a:moveTo>
                  <a:pt x="293370" y="137478"/>
                </a:moveTo>
                <a:lnTo>
                  <a:pt x="289593" y="137478"/>
                </a:lnTo>
                <a:lnTo>
                  <a:pt x="285815" y="137478"/>
                </a:lnTo>
                <a:lnTo>
                  <a:pt x="282668" y="137478"/>
                </a:lnTo>
                <a:lnTo>
                  <a:pt x="282668" y="137478"/>
                </a:lnTo>
                <a:lnTo>
                  <a:pt x="286445" y="137478"/>
                </a:lnTo>
                <a:lnTo>
                  <a:pt x="289593" y="137478"/>
                </a:lnTo>
                <a:lnTo>
                  <a:pt x="293370" y="137478"/>
                </a:lnTo>
                <a:close/>
                <a:moveTo>
                  <a:pt x="282668" y="137478"/>
                </a:moveTo>
                <a:cubicBezTo>
                  <a:pt x="212158" y="138739"/>
                  <a:pt x="144167" y="57387"/>
                  <a:pt x="146685" y="0"/>
                </a:cubicBezTo>
                <a:cubicBezTo>
                  <a:pt x="147944" y="72523"/>
                  <a:pt x="71139" y="136847"/>
                  <a:pt x="10702" y="137478"/>
                </a:cubicBezTo>
                <a:cubicBezTo>
                  <a:pt x="81212" y="136216"/>
                  <a:pt x="149203" y="217568"/>
                  <a:pt x="146685" y="274955"/>
                </a:cubicBezTo>
                <a:cubicBezTo>
                  <a:pt x="145426" y="203063"/>
                  <a:pt x="222231" y="138739"/>
                  <a:pt x="282668" y="137478"/>
                </a:cubicBezTo>
                <a:close/>
                <a:moveTo>
                  <a:pt x="10702" y="137478"/>
                </a:moveTo>
                <a:lnTo>
                  <a:pt x="10073" y="137478"/>
                </a:lnTo>
                <a:lnTo>
                  <a:pt x="6925" y="137478"/>
                </a:lnTo>
                <a:lnTo>
                  <a:pt x="3148" y="137478"/>
                </a:lnTo>
                <a:lnTo>
                  <a:pt x="0" y="137478"/>
                </a:lnTo>
                <a:lnTo>
                  <a:pt x="3777" y="137478"/>
                </a:lnTo>
                <a:lnTo>
                  <a:pt x="7555" y="137478"/>
                </a:lnTo>
                <a:lnTo>
                  <a:pt x="10702" y="13747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Text 23"/>
          <p:cNvSpPr/>
          <p:nvPr/>
        </p:nvSpPr>
        <p:spPr>
          <a:xfrm>
            <a:off x="11549380" y="6125210"/>
            <a:ext cx="293370" cy="2749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 flipH="1">
            <a:off x="11549380" y="5071110"/>
            <a:ext cx="293370" cy="274955"/>
          </a:xfrm>
          <a:custGeom>
            <a:avLst/>
            <a:gdLst/>
            <a:ahLst/>
            <a:cxnLst/>
            <a:rect l="l" t="t" r="r" b="b"/>
            <a:pathLst>
              <a:path w="293370" h="274955">
                <a:moveTo>
                  <a:pt x="293370" y="137478"/>
                </a:moveTo>
                <a:lnTo>
                  <a:pt x="289593" y="137478"/>
                </a:lnTo>
                <a:lnTo>
                  <a:pt x="285815" y="137478"/>
                </a:lnTo>
                <a:lnTo>
                  <a:pt x="282668" y="137478"/>
                </a:lnTo>
                <a:lnTo>
                  <a:pt x="282668" y="137478"/>
                </a:lnTo>
                <a:lnTo>
                  <a:pt x="286445" y="137478"/>
                </a:lnTo>
                <a:lnTo>
                  <a:pt x="289593" y="137478"/>
                </a:lnTo>
                <a:lnTo>
                  <a:pt x="293370" y="137478"/>
                </a:lnTo>
                <a:close/>
                <a:moveTo>
                  <a:pt x="282668" y="137478"/>
                </a:moveTo>
                <a:cubicBezTo>
                  <a:pt x="212158" y="138739"/>
                  <a:pt x="144167" y="57387"/>
                  <a:pt x="146685" y="0"/>
                </a:cubicBezTo>
                <a:cubicBezTo>
                  <a:pt x="147944" y="72523"/>
                  <a:pt x="71139" y="136847"/>
                  <a:pt x="10702" y="137478"/>
                </a:cubicBezTo>
                <a:cubicBezTo>
                  <a:pt x="81212" y="136216"/>
                  <a:pt x="149203" y="217568"/>
                  <a:pt x="146685" y="274955"/>
                </a:cubicBezTo>
                <a:cubicBezTo>
                  <a:pt x="145426" y="203063"/>
                  <a:pt x="222231" y="138739"/>
                  <a:pt x="282668" y="137478"/>
                </a:cubicBezTo>
                <a:close/>
                <a:moveTo>
                  <a:pt x="10702" y="137478"/>
                </a:moveTo>
                <a:lnTo>
                  <a:pt x="10073" y="137478"/>
                </a:lnTo>
                <a:lnTo>
                  <a:pt x="6925" y="137478"/>
                </a:lnTo>
                <a:lnTo>
                  <a:pt x="3148" y="137478"/>
                </a:lnTo>
                <a:lnTo>
                  <a:pt x="0" y="137478"/>
                </a:lnTo>
                <a:lnTo>
                  <a:pt x="3777" y="137478"/>
                </a:lnTo>
                <a:lnTo>
                  <a:pt x="7555" y="137478"/>
                </a:lnTo>
                <a:lnTo>
                  <a:pt x="10702" y="13747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Text 25"/>
          <p:cNvSpPr/>
          <p:nvPr/>
        </p:nvSpPr>
        <p:spPr>
          <a:xfrm>
            <a:off x="11549380" y="5071110"/>
            <a:ext cx="293370" cy="2749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1696065" y="1156335"/>
            <a:ext cx="0" cy="36000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30" name="Image 1" descr="https://kimi-img.moonshot.cn/pub/slides/slides_tmpl/image/25-09-04-15:50:52-d2sk9n61bb2p4onbqee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4530" y="1392059"/>
            <a:ext cx="6019800" cy="546100"/>
          </a:xfrm>
          <a:prstGeom prst="rect">
            <a:avLst/>
          </a:prstGeom>
        </p:spPr>
      </p:pic>
      <p:pic>
        <p:nvPicPr>
          <p:cNvPr id="31" name="Image 2" descr="https://kimi-img.moonshot.cn/pub/slides/slides_tmpl/image/25-09-04-15:50:52-d2sk9n61bb2p4onbqef0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79146" y="3830954"/>
            <a:ext cx="6032500" cy="54610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 flipH="1" flipV="1">
            <a:off x="11056781" y="0"/>
            <a:ext cx="1135219" cy="1058229"/>
          </a:xfrm>
          <a:custGeom>
            <a:avLst/>
            <a:gdLst/>
            <a:ahLst/>
            <a:cxnLst/>
            <a:rect l="l" t="t" r="r" b="b"/>
            <a:pathLst>
              <a:path w="1135219" h="1058229">
                <a:moveTo>
                  <a:pt x="1135219" y="1046802"/>
                </a:moveTo>
                <a:cubicBezTo>
                  <a:pt x="586022" y="1056325"/>
                  <a:pt x="55237" y="468490"/>
                  <a:pt x="0" y="0"/>
                </a:cubicBezTo>
                <a:lnTo>
                  <a:pt x="0" y="1058229"/>
                </a:lnTo>
                <a:lnTo>
                  <a:pt x="1017761" y="1058229"/>
                </a:lnTo>
                <a:cubicBezTo>
                  <a:pt x="1057760" y="1051246"/>
                  <a:pt x="1097124" y="1047437"/>
                  <a:pt x="1135219" y="1046802"/>
                </a:cubicBezTo>
                <a:close/>
              </a:path>
            </a:pathLst>
          </a:custGeom>
          <a:solidFill>
            <a:srgbClr val="004CC0"/>
          </a:solidFill>
        </p:spPr>
      </p:sp>
      <p:sp>
        <p:nvSpPr>
          <p:cNvPr id="33" name="Text 28"/>
          <p:cNvSpPr/>
          <p:nvPr/>
        </p:nvSpPr>
        <p:spPr>
          <a:xfrm>
            <a:off x="11056781" y="0"/>
            <a:ext cx="1135219" cy="105822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684530" y="1417320"/>
            <a:ext cx="5901055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实践意义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684530" y="1990090"/>
            <a:ext cx="6149975" cy="6338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为农户提供直连消费者的数字化渠道，提升农产品品牌化与溯源能力，助力乡村振兴与农村电商发展，推动农业现代化进程。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781050" y="3860800"/>
            <a:ext cx="5901055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技术意义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781050" y="4433570"/>
            <a:ext cx="6149975" cy="6338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探索Vue在垂直电商领域的深度应用，提供“技术+助农”平台的可复用解决方案，推动Vue技术在农产品电商领域的研究与发展。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Text 1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/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6" name="Text 4"/>
          <p:cNvSpPr/>
          <p:nvPr/>
        </p:nvSpPr>
        <p:spPr>
          <a:xfrm rot="5940000">
            <a:off x="292735" y="51435"/>
            <a:ext cx="558800" cy="55880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7" name="Image 0" descr="https://kimi-img.moonshot.cn/pub/slides/slides_tmpl/image/25-09-04-15:50:51-d2sk9mu1bb2p4onbqec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3430" cy="6842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-27940" y="-8890"/>
            <a:ext cx="12247880" cy="6875780"/>
          </a:xfrm>
          <a:prstGeom prst="rect">
            <a:avLst/>
          </a:prstGeom>
          <a:solidFill>
            <a:srgbClr val="1D3EBF">
              <a:alpha val="94902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-27940" y="-8890"/>
            <a:ext cx="12247880" cy="68757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60825" y="2246630"/>
            <a:ext cx="6873875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国内外</a:t>
            </a:r>
            <a:r>
              <a:rPr lang="en-US" sz="6000" dirty="0" err="1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现状与</a:t>
            </a:r>
            <a:r>
              <a:rPr lang="zh-CN" alt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差距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70960" y="2246630"/>
            <a:ext cx="0" cy="193802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941705" y="2068830"/>
            <a:ext cx="2804160" cy="21260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2100000">
            <a:off x="9042400" y="3636645"/>
            <a:ext cx="3905250" cy="3905250"/>
          </a:xfrm>
          <a:custGeom>
            <a:avLst/>
            <a:gdLst/>
            <a:ahLst/>
            <a:cxnLst/>
            <a:rect l="l" t="t" r="r" b="b"/>
            <a:pathLst>
              <a:path w="3905250" h="3905250">
                <a:moveTo>
                  <a:pt x="1430788" y="3837117"/>
                </a:moveTo>
                <a:cubicBezTo>
                  <a:pt x="1430788" y="3837117"/>
                  <a:pt x="1430788" y="3837117"/>
                  <a:pt x="2474458" y="3837117"/>
                </a:cubicBezTo>
                <a:cubicBezTo>
                  <a:pt x="2310071" y="3882540"/>
                  <a:pt x="2134213" y="3905250"/>
                  <a:pt x="1950712" y="3905250"/>
                </a:cubicBezTo>
                <a:cubicBezTo>
                  <a:pt x="1771033" y="3905250"/>
                  <a:pt x="1595175" y="3882540"/>
                  <a:pt x="1430788" y="3837117"/>
                </a:cubicBezTo>
                <a:close/>
                <a:moveTo>
                  <a:pt x="972440" y="3642011"/>
                </a:moveTo>
                <a:lnTo>
                  <a:pt x="2929711" y="3642011"/>
                </a:lnTo>
                <a:cubicBezTo>
                  <a:pt x="2849588" y="3687305"/>
                  <a:pt x="2769465" y="3728823"/>
                  <a:pt x="2681713" y="3762792"/>
                </a:cubicBezTo>
                <a:cubicBezTo>
                  <a:pt x="2681713" y="3762792"/>
                  <a:pt x="2681713" y="3762792"/>
                  <a:pt x="1216621" y="3762792"/>
                </a:cubicBezTo>
                <a:cubicBezTo>
                  <a:pt x="1132685" y="3728823"/>
                  <a:pt x="1048746" y="3687305"/>
                  <a:pt x="972440" y="3642011"/>
                </a:cubicBezTo>
                <a:close/>
                <a:moveTo>
                  <a:pt x="696812" y="3450000"/>
                </a:moveTo>
                <a:lnTo>
                  <a:pt x="3205340" y="3450000"/>
                </a:lnTo>
                <a:cubicBezTo>
                  <a:pt x="3151885" y="3491759"/>
                  <a:pt x="3098432" y="3529723"/>
                  <a:pt x="3044977" y="3567684"/>
                </a:cubicBezTo>
                <a:cubicBezTo>
                  <a:pt x="3044977" y="3567684"/>
                  <a:pt x="3044977" y="3567684"/>
                  <a:pt x="857175" y="3567684"/>
                </a:cubicBezTo>
                <a:cubicBezTo>
                  <a:pt x="799902" y="3529723"/>
                  <a:pt x="746447" y="3491759"/>
                  <a:pt x="696812" y="3450000"/>
                </a:cubicBezTo>
                <a:close/>
                <a:moveTo>
                  <a:pt x="498608" y="3254891"/>
                </a:moveTo>
                <a:lnTo>
                  <a:pt x="3403544" y="3254891"/>
                </a:lnTo>
                <a:cubicBezTo>
                  <a:pt x="3365373" y="3297474"/>
                  <a:pt x="3327199" y="3340057"/>
                  <a:pt x="3285209" y="3378769"/>
                </a:cubicBezTo>
                <a:cubicBezTo>
                  <a:pt x="3285209" y="3378769"/>
                  <a:pt x="3285209" y="3378769"/>
                  <a:pt x="616943" y="3378769"/>
                </a:cubicBezTo>
                <a:cubicBezTo>
                  <a:pt x="574953" y="3340057"/>
                  <a:pt x="532964" y="3297474"/>
                  <a:pt x="498608" y="3254891"/>
                </a:cubicBezTo>
                <a:close/>
                <a:moveTo>
                  <a:pt x="346856" y="3065979"/>
                </a:moveTo>
                <a:lnTo>
                  <a:pt x="3558390" y="3065979"/>
                </a:lnTo>
                <a:cubicBezTo>
                  <a:pt x="3527840" y="3107736"/>
                  <a:pt x="3501110" y="3145699"/>
                  <a:pt x="3466742" y="3183663"/>
                </a:cubicBezTo>
                <a:cubicBezTo>
                  <a:pt x="3466742" y="3183663"/>
                  <a:pt x="3466742" y="3183663"/>
                  <a:pt x="434687" y="3183663"/>
                </a:cubicBezTo>
                <a:cubicBezTo>
                  <a:pt x="404137" y="3145699"/>
                  <a:pt x="373587" y="3107736"/>
                  <a:pt x="346856" y="3065979"/>
                </a:cubicBezTo>
                <a:close/>
                <a:moveTo>
                  <a:pt x="229172" y="2870870"/>
                </a:moveTo>
                <a:lnTo>
                  <a:pt x="3676074" y="2870870"/>
                </a:lnTo>
                <a:cubicBezTo>
                  <a:pt x="3653171" y="2912388"/>
                  <a:pt x="3630268" y="2953907"/>
                  <a:pt x="3603548" y="2991652"/>
                </a:cubicBezTo>
                <a:cubicBezTo>
                  <a:pt x="3603548" y="2991652"/>
                  <a:pt x="3603548" y="2991652"/>
                  <a:pt x="297881" y="2991652"/>
                </a:cubicBezTo>
                <a:cubicBezTo>
                  <a:pt x="274978" y="2953907"/>
                  <a:pt x="252075" y="2912388"/>
                  <a:pt x="229172" y="2870870"/>
                </a:cubicBezTo>
                <a:close/>
                <a:moveTo>
                  <a:pt x="136264" y="2678859"/>
                </a:moveTo>
                <a:lnTo>
                  <a:pt x="3762788" y="2678859"/>
                </a:lnTo>
                <a:cubicBezTo>
                  <a:pt x="3747519" y="2716821"/>
                  <a:pt x="3728432" y="2758580"/>
                  <a:pt x="3709345" y="2796543"/>
                </a:cubicBezTo>
                <a:cubicBezTo>
                  <a:pt x="3709345" y="2796543"/>
                  <a:pt x="3709345" y="2796543"/>
                  <a:pt x="189707" y="2796543"/>
                </a:cubicBezTo>
                <a:cubicBezTo>
                  <a:pt x="170620" y="2758580"/>
                  <a:pt x="155351" y="2716821"/>
                  <a:pt x="136264" y="2678859"/>
                </a:cubicBezTo>
                <a:close/>
                <a:moveTo>
                  <a:pt x="71229" y="2483753"/>
                </a:moveTo>
                <a:lnTo>
                  <a:pt x="3830923" y="2483753"/>
                </a:lnTo>
                <a:cubicBezTo>
                  <a:pt x="3819472" y="2526335"/>
                  <a:pt x="3804205" y="2568918"/>
                  <a:pt x="3788937" y="2607631"/>
                </a:cubicBezTo>
                <a:cubicBezTo>
                  <a:pt x="3788937" y="2607631"/>
                  <a:pt x="3788937" y="2607631"/>
                  <a:pt x="109399" y="2607631"/>
                </a:cubicBezTo>
                <a:cubicBezTo>
                  <a:pt x="94130" y="2568918"/>
                  <a:pt x="82680" y="2526335"/>
                  <a:pt x="71229" y="2483753"/>
                </a:cubicBezTo>
                <a:close/>
                <a:moveTo>
                  <a:pt x="24774" y="2294838"/>
                </a:moveTo>
                <a:lnTo>
                  <a:pt x="3874279" y="2294838"/>
                </a:lnTo>
                <a:cubicBezTo>
                  <a:pt x="3866641" y="2332799"/>
                  <a:pt x="3859004" y="2374559"/>
                  <a:pt x="3851364" y="2412522"/>
                </a:cubicBezTo>
                <a:cubicBezTo>
                  <a:pt x="3851364" y="2412522"/>
                  <a:pt x="3851364" y="2412522"/>
                  <a:pt x="51506" y="2412522"/>
                </a:cubicBezTo>
                <a:cubicBezTo>
                  <a:pt x="43868" y="2374559"/>
                  <a:pt x="32411" y="2332799"/>
                  <a:pt x="24774" y="2294838"/>
                </a:cubicBezTo>
                <a:close/>
                <a:moveTo>
                  <a:pt x="3096" y="2099731"/>
                </a:moveTo>
                <a:lnTo>
                  <a:pt x="3902152" y="2099731"/>
                </a:lnTo>
                <a:cubicBezTo>
                  <a:pt x="3898334" y="2141249"/>
                  <a:pt x="3894515" y="2182769"/>
                  <a:pt x="3886877" y="2220513"/>
                </a:cubicBezTo>
                <a:cubicBezTo>
                  <a:pt x="3886877" y="2220513"/>
                  <a:pt x="3886877" y="2220513"/>
                  <a:pt x="18371" y="2220513"/>
                </a:cubicBezTo>
                <a:cubicBezTo>
                  <a:pt x="10733" y="2182769"/>
                  <a:pt x="6916" y="2141249"/>
                  <a:pt x="3096" y="2099731"/>
                </a:cubicBezTo>
                <a:close/>
                <a:moveTo>
                  <a:pt x="0" y="1907721"/>
                </a:moveTo>
                <a:cubicBezTo>
                  <a:pt x="0" y="1907721"/>
                  <a:pt x="0" y="1907721"/>
                  <a:pt x="3905250" y="1907721"/>
                </a:cubicBezTo>
                <a:cubicBezTo>
                  <a:pt x="3905250" y="1923204"/>
                  <a:pt x="3905250" y="1934818"/>
                  <a:pt x="3905250" y="1950304"/>
                </a:cubicBezTo>
                <a:cubicBezTo>
                  <a:pt x="3905250" y="1977403"/>
                  <a:pt x="3905250" y="2004500"/>
                  <a:pt x="3905250" y="2031599"/>
                </a:cubicBezTo>
                <a:cubicBezTo>
                  <a:pt x="3905250" y="2031599"/>
                  <a:pt x="3905250" y="2031599"/>
                  <a:pt x="0" y="2031599"/>
                </a:cubicBezTo>
                <a:cubicBezTo>
                  <a:pt x="0" y="2004500"/>
                  <a:pt x="0" y="1977403"/>
                  <a:pt x="0" y="1950304"/>
                </a:cubicBezTo>
                <a:cubicBezTo>
                  <a:pt x="0" y="1934818"/>
                  <a:pt x="0" y="1923204"/>
                  <a:pt x="0" y="1907721"/>
                </a:cubicBezTo>
                <a:close/>
                <a:moveTo>
                  <a:pt x="10733" y="1712612"/>
                </a:moveTo>
                <a:lnTo>
                  <a:pt x="3890695" y="1712612"/>
                </a:lnTo>
                <a:cubicBezTo>
                  <a:pt x="3898334" y="1755195"/>
                  <a:pt x="3898334" y="1793907"/>
                  <a:pt x="3902152" y="1836490"/>
                </a:cubicBezTo>
                <a:cubicBezTo>
                  <a:pt x="3902152" y="1836490"/>
                  <a:pt x="3902152" y="1836490"/>
                  <a:pt x="3096" y="1836490"/>
                </a:cubicBezTo>
                <a:cubicBezTo>
                  <a:pt x="3096" y="1793907"/>
                  <a:pt x="6916" y="1755195"/>
                  <a:pt x="10733" y="1712612"/>
                </a:cubicBezTo>
                <a:close/>
                <a:moveTo>
                  <a:pt x="44578" y="1523699"/>
                </a:moveTo>
                <a:lnTo>
                  <a:pt x="3857574" y="1523699"/>
                </a:lnTo>
                <a:cubicBezTo>
                  <a:pt x="3865207" y="1561444"/>
                  <a:pt x="3872841" y="1602962"/>
                  <a:pt x="3880474" y="1644481"/>
                </a:cubicBezTo>
                <a:cubicBezTo>
                  <a:pt x="3880474" y="1644481"/>
                  <a:pt x="3880474" y="1644481"/>
                  <a:pt x="21678" y="1644481"/>
                </a:cubicBezTo>
                <a:cubicBezTo>
                  <a:pt x="29311" y="1602962"/>
                  <a:pt x="36945" y="1561444"/>
                  <a:pt x="44578" y="1523699"/>
                </a:cubicBezTo>
                <a:close/>
                <a:moveTo>
                  <a:pt x="99389" y="1328591"/>
                </a:moveTo>
                <a:lnTo>
                  <a:pt x="3805859" y="1328591"/>
                </a:lnTo>
                <a:cubicBezTo>
                  <a:pt x="3817310" y="1370108"/>
                  <a:pt x="3828762" y="1407853"/>
                  <a:pt x="3840213" y="1449373"/>
                </a:cubicBezTo>
                <a:cubicBezTo>
                  <a:pt x="3840213" y="1449373"/>
                  <a:pt x="3840213" y="1449373"/>
                  <a:pt x="65035" y="1449373"/>
                </a:cubicBezTo>
                <a:cubicBezTo>
                  <a:pt x="72669" y="1407853"/>
                  <a:pt x="87938" y="1370108"/>
                  <a:pt x="99389" y="1328591"/>
                </a:cubicBezTo>
                <a:close/>
                <a:moveTo>
                  <a:pt x="173517" y="1136580"/>
                </a:moveTo>
                <a:lnTo>
                  <a:pt x="3724814" y="1136580"/>
                </a:lnTo>
                <a:cubicBezTo>
                  <a:pt x="3743906" y="1175293"/>
                  <a:pt x="3762999" y="1217875"/>
                  <a:pt x="3778274" y="1260458"/>
                </a:cubicBezTo>
                <a:cubicBezTo>
                  <a:pt x="3778274" y="1260458"/>
                  <a:pt x="3778274" y="1260458"/>
                  <a:pt x="123876" y="1260458"/>
                </a:cubicBezTo>
                <a:cubicBezTo>
                  <a:pt x="139151" y="1217875"/>
                  <a:pt x="154424" y="1175293"/>
                  <a:pt x="173517" y="1136580"/>
                </a:cubicBezTo>
                <a:close/>
                <a:moveTo>
                  <a:pt x="279293" y="941474"/>
                </a:moveTo>
                <a:lnTo>
                  <a:pt x="3626673" y="941474"/>
                </a:lnTo>
                <a:cubicBezTo>
                  <a:pt x="3649574" y="984056"/>
                  <a:pt x="3672475" y="1022769"/>
                  <a:pt x="3691560" y="1065351"/>
                </a:cubicBezTo>
                <a:cubicBezTo>
                  <a:pt x="3691560" y="1065351"/>
                  <a:pt x="3691560" y="1065351"/>
                  <a:pt x="210590" y="1065351"/>
                </a:cubicBezTo>
                <a:cubicBezTo>
                  <a:pt x="233491" y="1022769"/>
                  <a:pt x="256392" y="984056"/>
                  <a:pt x="279293" y="941474"/>
                </a:cubicBezTo>
                <a:close/>
                <a:moveTo>
                  <a:pt x="412943" y="752559"/>
                </a:moveTo>
                <a:lnTo>
                  <a:pt x="3492305" y="752559"/>
                </a:lnTo>
                <a:cubicBezTo>
                  <a:pt x="3522832" y="790304"/>
                  <a:pt x="3553359" y="831821"/>
                  <a:pt x="3580070" y="873341"/>
                </a:cubicBezTo>
                <a:cubicBezTo>
                  <a:pt x="3580070" y="873341"/>
                  <a:pt x="3580070" y="873341"/>
                  <a:pt x="325179" y="873341"/>
                </a:cubicBezTo>
                <a:cubicBezTo>
                  <a:pt x="351889" y="831821"/>
                  <a:pt x="382416" y="790304"/>
                  <a:pt x="412943" y="752559"/>
                </a:cubicBezTo>
                <a:close/>
                <a:moveTo>
                  <a:pt x="582189" y="560548"/>
                </a:moveTo>
                <a:cubicBezTo>
                  <a:pt x="582189" y="560548"/>
                  <a:pt x="582189" y="560548"/>
                  <a:pt x="3319963" y="560548"/>
                </a:cubicBezTo>
                <a:cubicBezTo>
                  <a:pt x="3358147" y="598509"/>
                  <a:pt x="3396330" y="636473"/>
                  <a:pt x="3434514" y="678232"/>
                </a:cubicBezTo>
                <a:cubicBezTo>
                  <a:pt x="3434514" y="678232"/>
                  <a:pt x="3434514" y="678232"/>
                  <a:pt x="467638" y="678232"/>
                </a:cubicBezTo>
                <a:cubicBezTo>
                  <a:pt x="502004" y="636473"/>
                  <a:pt x="540188" y="598509"/>
                  <a:pt x="582189" y="560548"/>
                </a:cubicBezTo>
                <a:close/>
                <a:moveTo>
                  <a:pt x="808618" y="365442"/>
                </a:moveTo>
                <a:lnTo>
                  <a:pt x="3092810" y="365442"/>
                </a:lnTo>
                <a:cubicBezTo>
                  <a:pt x="3146286" y="404154"/>
                  <a:pt x="3195943" y="446737"/>
                  <a:pt x="3245599" y="489319"/>
                </a:cubicBezTo>
                <a:cubicBezTo>
                  <a:pt x="3245599" y="489319"/>
                  <a:pt x="3245599" y="489319"/>
                  <a:pt x="659649" y="489319"/>
                </a:cubicBezTo>
                <a:cubicBezTo>
                  <a:pt x="705486" y="446737"/>
                  <a:pt x="758962" y="404154"/>
                  <a:pt x="808618" y="365442"/>
                </a:cubicBezTo>
                <a:close/>
                <a:moveTo>
                  <a:pt x="1141891" y="176527"/>
                </a:moveTo>
                <a:lnTo>
                  <a:pt x="2760259" y="176527"/>
                </a:lnTo>
                <a:cubicBezTo>
                  <a:pt x="2840413" y="210692"/>
                  <a:pt x="2912935" y="248655"/>
                  <a:pt x="2985456" y="294211"/>
                </a:cubicBezTo>
                <a:cubicBezTo>
                  <a:pt x="2985456" y="294211"/>
                  <a:pt x="2985456" y="294211"/>
                  <a:pt x="916695" y="294211"/>
                </a:cubicBezTo>
                <a:cubicBezTo>
                  <a:pt x="989215" y="248655"/>
                  <a:pt x="1065553" y="210692"/>
                  <a:pt x="1141891" y="176527"/>
                </a:cubicBezTo>
                <a:close/>
                <a:moveTo>
                  <a:pt x="1949526" y="0"/>
                </a:moveTo>
                <a:cubicBezTo>
                  <a:pt x="2171061" y="0"/>
                  <a:pt x="2381136" y="34067"/>
                  <a:pt x="2579754" y="102200"/>
                </a:cubicBezTo>
                <a:cubicBezTo>
                  <a:pt x="2579754" y="102200"/>
                  <a:pt x="2579754" y="102200"/>
                  <a:pt x="1319298" y="102200"/>
                </a:cubicBezTo>
                <a:cubicBezTo>
                  <a:pt x="1517916" y="34067"/>
                  <a:pt x="1731811" y="0"/>
                  <a:pt x="194952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14" name="Text 11"/>
          <p:cNvSpPr/>
          <p:nvPr/>
        </p:nvSpPr>
        <p:spPr>
          <a:xfrm rot="2100000">
            <a:off x="9042400" y="3636645"/>
            <a:ext cx="3905250" cy="390525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16680000">
            <a:off x="-121920" y="-71120"/>
            <a:ext cx="2160270" cy="1989455"/>
          </a:xfrm>
          <a:custGeom>
            <a:avLst/>
            <a:gdLst/>
            <a:ahLst/>
            <a:cxnLst/>
            <a:rect l="l" t="t" r="r" b="b"/>
            <a:pathLst>
              <a:path w="2160270" h="1989455">
                <a:moveTo>
                  <a:pt x="0" y="404000"/>
                </a:moveTo>
                <a:cubicBezTo>
                  <a:pt x="-4270" y="299551"/>
                  <a:pt x="25291" y="106748"/>
                  <a:pt x="30218" y="95252"/>
                </a:cubicBezTo>
                <a:lnTo>
                  <a:pt x="672683" y="0"/>
                </a:lnTo>
                <a:cubicBezTo>
                  <a:pt x="623742" y="90325"/>
                  <a:pt x="580057" y="311376"/>
                  <a:pt x="587283" y="404000"/>
                </a:cubicBezTo>
                <a:cubicBezTo>
                  <a:pt x="570204" y="964345"/>
                  <a:pt x="1083255" y="1415972"/>
                  <a:pt x="1585468" y="1402177"/>
                </a:cubicBezTo>
                <a:cubicBezTo>
                  <a:pt x="1754953" y="1415643"/>
                  <a:pt x="2006223" y="1319406"/>
                  <a:pt x="2070272" y="1276707"/>
                </a:cubicBezTo>
                <a:lnTo>
                  <a:pt x="2160270" y="1882050"/>
                </a:lnTo>
                <a:cubicBezTo>
                  <a:pt x="2022974" y="1946756"/>
                  <a:pt x="1709297" y="1997995"/>
                  <a:pt x="1585468" y="1989455"/>
                </a:cubicBezTo>
                <a:cubicBezTo>
                  <a:pt x="695675" y="2016717"/>
                  <a:pt x="-21678" y="1202147"/>
                  <a:pt x="0" y="40400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0"/>
                </a:srgbClr>
              </a:gs>
              <a:gs pos="100000">
                <a:srgbClr val="00B0F0">
                  <a:alpha val="0"/>
                </a:srgbClr>
              </a:gs>
            </a:gsLst>
            <a:lin ang="16200000" scaled="1"/>
          </a:gradFill>
        </p:spPr>
      </p:sp>
      <p:sp>
        <p:nvSpPr>
          <p:cNvPr id="16" name="Text 13"/>
          <p:cNvSpPr/>
          <p:nvPr/>
        </p:nvSpPr>
        <p:spPr>
          <a:xfrm rot="16680000">
            <a:off x="-121920" y="-71120"/>
            <a:ext cx="2160270" cy="198945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 rot="17460000">
            <a:off x="10614660" y="325120"/>
            <a:ext cx="1136650" cy="1136650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18" name="Text 15"/>
          <p:cNvSpPr/>
          <p:nvPr/>
        </p:nvSpPr>
        <p:spPr>
          <a:xfrm rot="17460000">
            <a:off x="10614660" y="325120"/>
            <a:ext cx="1136650" cy="113665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 rot="17460000" flipH="1" flipV="1">
            <a:off x="811530" y="5401945"/>
            <a:ext cx="3069590" cy="3069590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20" name="Text 17"/>
          <p:cNvSpPr/>
          <p:nvPr/>
        </p:nvSpPr>
        <p:spPr>
          <a:xfrm rot="17460000">
            <a:off x="811530" y="5401945"/>
            <a:ext cx="3069590" cy="306959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Text 1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/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6" name="Text 4"/>
          <p:cNvSpPr/>
          <p:nvPr/>
        </p:nvSpPr>
        <p:spPr>
          <a:xfrm rot="5940000">
            <a:off x="292735" y="51435"/>
            <a:ext cx="558800" cy="55880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 flipH="1">
            <a:off x="6098239" y="0"/>
            <a:ext cx="6087733" cy="1800860"/>
          </a:xfrm>
          <a:prstGeom prst="round1Rect">
            <a:avLst>
              <a:gd name="adj" fmla="val 27449"/>
            </a:avLst>
          </a:prstGeom>
          <a:solidFill>
            <a:srgbClr val="004CC0"/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8239" y="0"/>
            <a:ext cx="6087733" cy="18008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68" y="0"/>
            <a:ext cx="6087733" cy="1800860"/>
          </a:xfrm>
          <a:prstGeom prst="round1Rect">
            <a:avLst>
              <a:gd name="adj" fmla="val 27414"/>
            </a:avLst>
          </a:prstGeom>
          <a:solidFill>
            <a:srgbClr val="004CC0"/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8" y="0"/>
            <a:ext cx="6087733" cy="18008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0" descr="https://kimi-img.moonshot.cn/pub/slides/slides_tmpl/image/25-09-04-15:50:53-d2sk9ne1bb2p4onbqeg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425" y="293370"/>
            <a:ext cx="1395730" cy="45085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48360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3" name="Text 10"/>
          <p:cNvSpPr/>
          <p:nvPr/>
        </p:nvSpPr>
        <p:spPr>
          <a:xfrm>
            <a:off x="848360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22291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5" name="Text 12"/>
          <p:cNvSpPr/>
          <p:nvPr/>
        </p:nvSpPr>
        <p:spPr>
          <a:xfrm>
            <a:off x="1122291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396222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7" name="Text 14"/>
          <p:cNvSpPr/>
          <p:nvPr/>
        </p:nvSpPr>
        <p:spPr>
          <a:xfrm>
            <a:off x="1396222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43865" y="756920"/>
            <a:ext cx="9567545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国内外研究现状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51790" y="191770"/>
            <a:ext cx="76200" cy="128206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Text 17"/>
          <p:cNvSpPr/>
          <p:nvPr/>
        </p:nvSpPr>
        <p:spPr>
          <a:xfrm>
            <a:off x="351790" y="191770"/>
            <a:ext cx="76200" cy="12820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15670" y="2287905"/>
            <a:ext cx="10361295" cy="3719830"/>
          </a:xfrm>
          <a:prstGeom prst="roundRect">
            <a:avLst>
              <a:gd name="adj" fmla="val 6943"/>
            </a:avLst>
          </a:prstGeom>
          <a:solidFill>
            <a:srgbClr val="004CC0"/>
          </a:solidFill>
        </p:spPr>
      </p:sp>
      <p:sp>
        <p:nvSpPr>
          <p:cNvPr id="22" name="Text 19"/>
          <p:cNvSpPr/>
          <p:nvPr/>
        </p:nvSpPr>
        <p:spPr>
          <a:xfrm>
            <a:off x="915670" y="2287905"/>
            <a:ext cx="10361295" cy="37198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453255" y="2034540"/>
            <a:ext cx="3286760" cy="4281170"/>
          </a:xfrm>
          <a:prstGeom prst="roundRect">
            <a:avLst>
              <a:gd name="adj" fmla="val 6943"/>
            </a:avLst>
          </a:prstGeom>
          <a:solidFill>
            <a:srgbClr val="FFFFFF"/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53255" y="2034540"/>
            <a:ext cx="3286760" cy="42811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24280" y="2650490"/>
            <a:ext cx="278257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国内现状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24280" y="3368675"/>
            <a:ext cx="2781300" cy="11433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拼多多“农地云拼”、阿里“农村淘宝”等模式成熟，但地方性助农平台技术方案缺乏，用户体验不佳，难以满足市场需求。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716780" y="2294890"/>
            <a:ext cx="278257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国外现状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716780" y="3013075"/>
            <a:ext cx="2781300" cy="11433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国外如Farmigo、Farmdrop等平台成熟，但适配性差，前端多基于React开发，Vue在农产品电商中研究较少，存在技术空白。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158480" y="2650490"/>
            <a:ext cx="278257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研究不足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158480" y="3368675"/>
            <a:ext cx="2781300" cy="11433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现有研究中，技术与场景结合不深，用户体验设计缺失，多端适配研究不足，难以满足农产品电商的多样化需求。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Text 1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/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6" name="Text 4"/>
          <p:cNvSpPr/>
          <p:nvPr/>
        </p:nvSpPr>
        <p:spPr>
          <a:xfrm rot="5940000">
            <a:off x="292735" y="51435"/>
            <a:ext cx="558800" cy="55880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7" name="Image 0" descr="https://kimi-img.moonshot.cn/pub/slides/slides_tmpl/image/25-09-04-15:50:51-d2sk9mu1bb2p4onbqec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3430" cy="6842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-27940" y="-8890"/>
            <a:ext cx="12247880" cy="6875780"/>
          </a:xfrm>
          <a:prstGeom prst="rect">
            <a:avLst/>
          </a:prstGeom>
          <a:solidFill>
            <a:srgbClr val="1D3EBF">
              <a:alpha val="94902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-27940" y="-8890"/>
            <a:ext cx="12247880" cy="68757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60825" y="2246630"/>
            <a:ext cx="6873875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研究内容及思路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70960" y="2246630"/>
            <a:ext cx="0" cy="193802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941705" y="2068830"/>
            <a:ext cx="2804160" cy="21260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2100000">
            <a:off x="9042400" y="3636645"/>
            <a:ext cx="3905250" cy="3905250"/>
          </a:xfrm>
          <a:custGeom>
            <a:avLst/>
            <a:gdLst/>
            <a:ahLst/>
            <a:cxnLst/>
            <a:rect l="l" t="t" r="r" b="b"/>
            <a:pathLst>
              <a:path w="3905250" h="3905250">
                <a:moveTo>
                  <a:pt x="1430788" y="3837117"/>
                </a:moveTo>
                <a:cubicBezTo>
                  <a:pt x="1430788" y="3837117"/>
                  <a:pt x="1430788" y="3837117"/>
                  <a:pt x="2474458" y="3837117"/>
                </a:cubicBezTo>
                <a:cubicBezTo>
                  <a:pt x="2310071" y="3882540"/>
                  <a:pt x="2134213" y="3905250"/>
                  <a:pt x="1950712" y="3905250"/>
                </a:cubicBezTo>
                <a:cubicBezTo>
                  <a:pt x="1771033" y="3905250"/>
                  <a:pt x="1595175" y="3882540"/>
                  <a:pt x="1430788" y="3837117"/>
                </a:cubicBezTo>
                <a:close/>
                <a:moveTo>
                  <a:pt x="972440" y="3642011"/>
                </a:moveTo>
                <a:lnTo>
                  <a:pt x="2929711" y="3642011"/>
                </a:lnTo>
                <a:cubicBezTo>
                  <a:pt x="2849588" y="3687305"/>
                  <a:pt x="2769465" y="3728823"/>
                  <a:pt x="2681713" y="3762792"/>
                </a:cubicBezTo>
                <a:cubicBezTo>
                  <a:pt x="2681713" y="3762792"/>
                  <a:pt x="2681713" y="3762792"/>
                  <a:pt x="1216621" y="3762792"/>
                </a:cubicBezTo>
                <a:cubicBezTo>
                  <a:pt x="1132685" y="3728823"/>
                  <a:pt x="1048746" y="3687305"/>
                  <a:pt x="972440" y="3642011"/>
                </a:cubicBezTo>
                <a:close/>
                <a:moveTo>
                  <a:pt x="696812" y="3450000"/>
                </a:moveTo>
                <a:lnTo>
                  <a:pt x="3205340" y="3450000"/>
                </a:lnTo>
                <a:cubicBezTo>
                  <a:pt x="3151885" y="3491759"/>
                  <a:pt x="3098432" y="3529723"/>
                  <a:pt x="3044977" y="3567684"/>
                </a:cubicBezTo>
                <a:cubicBezTo>
                  <a:pt x="3044977" y="3567684"/>
                  <a:pt x="3044977" y="3567684"/>
                  <a:pt x="857175" y="3567684"/>
                </a:cubicBezTo>
                <a:cubicBezTo>
                  <a:pt x="799902" y="3529723"/>
                  <a:pt x="746447" y="3491759"/>
                  <a:pt x="696812" y="3450000"/>
                </a:cubicBezTo>
                <a:close/>
                <a:moveTo>
                  <a:pt x="498608" y="3254891"/>
                </a:moveTo>
                <a:lnTo>
                  <a:pt x="3403544" y="3254891"/>
                </a:lnTo>
                <a:cubicBezTo>
                  <a:pt x="3365373" y="3297474"/>
                  <a:pt x="3327199" y="3340057"/>
                  <a:pt x="3285209" y="3378769"/>
                </a:cubicBezTo>
                <a:cubicBezTo>
                  <a:pt x="3285209" y="3378769"/>
                  <a:pt x="3285209" y="3378769"/>
                  <a:pt x="616943" y="3378769"/>
                </a:cubicBezTo>
                <a:cubicBezTo>
                  <a:pt x="574953" y="3340057"/>
                  <a:pt x="532964" y="3297474"/>
                  <a:pt x="498608" y="3254891"/>
                </a:cubicBezTo>
                <a:close/>
                <a:moveTo>
                  <a:pt x="346856" y="3065979"/>
                </a:moveTo>
                <a:lnTo>
                  <a:pt x="3558390" y="3065979"/>
                </a:lnTo>
                <a:cubicBezTo>
                  <a:pt x="3527840" y="3107736"/>
                  <a:pt x="3501110" y="3145699"/>
                  <a:pt x="3466742" y="3183663"/>
                </a:cubicBezTo>
                <a:cubicBezTo>
                  <a:pt x="3466742" y="3183663"/>
                  <a:pt x="3466742" y="3183663"/>
                  <a:pt x="434687" y="3183663"/>
                </a:cubicBezTo>
                <a:cubicBezTo>
                  <a:pt x="404137" y="3145699"/>
                  <a:pt x="373587" y="3107736"/>
                  <a:pt x="346856" y="3065979"/>
                </a:cubicBezTo>
                <a:close/>
                <a:moveTo>
                  <a:pt x="229172" y="2870870"/>
                </a:moveTo>
                <a:lnTo>
                  <a:pt x="3676074" y="2870870"/>
                </a:lnTo>
                <a:cubicBezTo>
                  <a:pt x="3653171" y="2912388"/>
                  <a:pt x="3630268" y="2953907"/>
                  <a:pt x="3603548" y="2991652"/>
                </a:cubicBezTo>
                <a:cubicBezTo>
                  <a:pt x="3603548" y="2991652"/>
                  <a:pt x="3603548" y="2991652"/>
                  <a:pt x="297881" y="2991652"/>
                </a:cubicBezTo>
                <a:cubicBezTo>
                  <a:pt x="274978" y="2953907"/>
                  <a:pt x="252075" y="2912388"/>
                  <a:pt x="229172" y="2870870"/>
                </a:cubicBezTo>
                <a:close/>
                <a:moveTo>
                  <a:pt x="136264" y="2678859"/>
                </a:moveTo>
                <a:lnTo>
                  <a:pt x="3762788" y="2678859"/>
                </a:lnTo>
                <a:cubicBezTo>
                  <a:pt x="3747519" y="2716821"/>
                  <a:pt x="3728432" y="2758580"/>
                  <a:pt x="3709345" y="2796543"/>
                </a:cubicBezTo>
                <a:cubicBezTo>
                  <a:pt x="3709345" y="2796543"/>
                  <a:pt x="3709345" y="2796543"/>
                  <a:pt x="189707" y="2796543"/>
                </a:cubicBezTo>
                <a:cubicBezTo>
                  <a:pt x="170620" y="2758580"/>
                  <a:pt x="155351" y="2716821"/>
                  <a:pt x="136264" y="2678859"/>
                </a:cubicBezTo>
                <a:close/>
                <a:moveTo>
                  <a:pt x="71229" y="2483753"/>
                </a:moveTo>
                <a:lnTo>
                  <a:pt x="3830923" y="2483753"/>
                </a:lnTo>
                <a:cubicBezTo>
                  <a:pt x="3819472" y="2526335"/>
                  <a:pt x="3804205" y="2568918"/>
                  <a:pt x="3788937" y="2607631"/>
                </a:cubicBezTo>
                <a:cubicBezTo>
                  <a:pt x="3788937" y="2607631"/>
                  <a:pt x="3788937" y="2607631"/>
                  <a:pt x="109399" y="2607631"/>
                </a:cubicBezTo>
                <a:cubicBezTo>
                  <a:pt x="94130" y="2568918"/>
                  <a:pt x="82680" y="2526335"/>
                  <a:pt x="71229" y="2483753"/>
                </a:cubicBezTo>
                <a:close/>
                <a:moveTo>
                  <a:pt x="24774" y="2294838"/>
                </a:moveTo>
                <a:lnTo>
                  <a:pt x="3874279" y="2294838"/>
                </a:lnTo>
                <a:cubicBezTo>
                  <a:pt x="3866641" y="2332799"/>
                  <a:pt x="3859004" y="2374559"/>
                  <a:pt x="3851364" y="2412522"/>
                </a:cubicBezTo>
                <a:cubicBezTo>
                  <a:pt x="3851364" y="2412522"/>
                  <a:pt x="3851364" y="2412522"/>
                  <a:pt x="51506" y="2412522"/>
                </a:cubicBezTo>
                <a:cubicBezTo>
                  <a:pt x="43868" y="2374559"/>
                  <a:pt x="32411" y="2332799"/>
                  <a:pt x="24774" y="2294838"/>
                </a:cubicBezTo>
                <a:close/>
                <a:moveTo>
                  <a:pt x="3096" y="2099731"/>
                </a:moveTo>
                <a:lnTo>
                  <a:pt x="3902152" y="2099731"/>
                </a:lnTo>
                <a:cubicBezTo>
                  <a:pt x="3898334" y="2141249"/>
                  <a:pt x="3894515" y="2182769"/>
                  <a:pt x="3886877" y="2220513"/>
                </a:cubicBezTo>
                <a:cubicBezTo>
                  <a:pt x="3886877" y="2220513"/>
                  <a:pt x="3886877" y="2220513"/>
                  <a:pt x="18371" y="2220513"/>
                </a:cubicBezTo>
                <a:cubicBezTo>
                  <a:pt x="10733" y="2182769"/>
                  <a:pt x="6916" y="2141249"/>
                  <a:pt x="3096" y="2099731"/>
                </a:cubicBezTo>
                <a:close/>
                <a:moveTo>
                  <a:pt x="0" y="1907721"/>
                </a:moveTo>
                <a:cubicBezTo>
                  <a:pt x="0" y="1907721"/>
                  <a:pt x="0" y="1907721"/>
                  <a:pt x="3905250" y="1907721"/>
                </a:cubicBezTo>
                <a:cubicBezTo>
                  <a:pt x="3905250" y="1923204"/>
                  <a:pt x="3905250" y="1934818"/>
                  <a:pt x="3905250" y="1950304"/>
                </a:cubicBezTo>
                <a:cubicBezTo>
                  <a:pt x="3905250" y="1977403"/>
                  <a:pt x="3905250" y="2004500"/>
                  <a:pt x="3905250" y="2031599"/>
                </a:cubicBezTo>
                <a:cubicBezTo>
                  <a:pt x="3905250" y="2031599"/>
                  <a:pt x="3905250" y="2031599"/>
                  <a:pt x="0" y="2031599"/>
                </a:cubicBezTo>
                <a:cubicBezTo>
                  <a:pt x="0" y="2004500"/>
                  <a:pt x="0" y="1977403"/>
                  <a:pt x="0" y="1950304"/>
                </a:cubicBezTo>
                <a:cubicBezTo>
                  <a:pt x="0" y="1934818"/>
                  <a:pt x="0" y="1923204"/>
                  <a:pt x="0" y="1907721"/>
                </a:cubicBezTo>
                <a:close/>
                <a:moveTo>
                  <a:pt x="10733" y="1712612"/>
                </a:moveTo>
                <a:lnTo>
                  <a:pt x="3890695" y="1712612"/>
                </a:lnTo>
                <a:cubicBezTo>
                  <a:pt x="3898334" y="1755195"/>
                  <a:pt x="3898334" y="1793907"/>
                  <a:pt x="3902152" y="1836490"/>
                </a:cubicBezTo>
                <a:cubicBezTo>
                  <a:pt x="3902152" y="1836490"/>
                  <a:pt x="3902152" y="1836490"/>
                  <a:pt x="3096" y="1836490"/>
                </a:cubicBezTo>
                <a:cubicBezTo>
                  <a:pt x="3096" y="1793907"/>
                  <a:pt x="6916" y="1755195"/>
                  <a:pt x="10733" y="1712612"/>
                </a:cubicBezTo>
                <a:close/>
                <a:moveTo>
                  <a:pt x="44578" y="1523699"/>
                </a:moveTo>
                <a:lnTo>
                  <a:pt x="3857574" y="1523699"/>
                </a:lnTo>
                <a:cubicBezTo>
                  <a:pt x="3865207" y="1561444"/>
                  <a:pt x="3872841" y="1602962"/>
                  <a:pt x="3880474" y="1644481"/>
                </a:cubicBezTo>
                <a:cubicBezTo>
                  <a:pt x="3880474" y="1644481"/>
                  <a:pt x="3880474" y="1644481"/>
                  <a:pt x="21678" y="1644481"/>
                </a:cubicBezTo>
                <a:cubicBezTo>
                  <a:pt x="29311" y="1602962"/>
                  <a:pt x="36945" y="1561444"/>
                  <a:pt x="44578" y="1523699"/>
                </a:cubicBezTo>
                <a:close/>
                <a:moveTo>
                  <a:pt x="99389" y="1328591"/>
                </a:moveTo>
                <a:lnTo>
                  <a:pt x="3805859" y="1328591"/>
                </a:lnTo>
                <a:cubicBezTo>
                  <a:pt x="3817310" y="1370108"/>
                  <a:pt x="3828762" y="1407853"/>
                  <a:pt x="3840213" y="1449373"/>
                </a:cubicBezTo>
                <a:cubicBezTo>
                  <a:pt x="3840213" y="1449373"/>
                  <a:pt x="3840213" y="1449373"/>
                  <a:pt x="65035" y="1449373"/>
                </a:cubicBezTo>
                <a:cubicBezTo>
                  <a:pt x="72669" y="1407853"/>
                  <a:pt x="87938" y="1370108"/>
                  <a:pt x="99389" y="1328591"/>
                </a:cubicBezTo>
                <a:close/>
                <a:moveTo>
                  <a:pt x="173517" y="1136580"/>
                </a:moveTo>
                <a:lnTo>
                  <a:pt x="3724814" y="1136580"/>
                </a:lnTo>
                <a:cubicBezTo>
                  <a:pt x="3743906" y="1175293"/>
                  <a:pt x="3762999" y="1217875"/>
                  <a:pt x="3778274" y="1260458"/>
                </a:cubicBezTo>
                <a:cubicBezTo>
                  <a:pt x="3778274" y="1260458"/>
                  <a:pt x="3778274" y="1260458"/>
                  <a:pt x="123876" y="1260458"/>
                </a:cubicBezTo>
                <a:cubicBezTo>
                  <a:pt x="139151" y="1217875"/>
                  <a:pt x="154424" y="1175293"/>
                  <a:pt x="173517" y="1136580"/>
                </a:cubicBezTo>
                <a:close/>
                <a:moveTo>
                  <a:pt x="279293" y="941474"/>
                </a:moveTo>
                <a:lnTo>
                  <a:pt x="3626673" y="941474"/>
                </a:lnTo>
                <a:cubicBezTo>
                  <a:pt x="3649574" y="984056"/>
                  <a:pt x="3672475" y="1022769"/>
                  <a:pt x="3691560" y="1065351"/>
                </a:cubicBezTo>
                <a:cubicBezTo>
                  <a:pt x="3691560" y="1065351"/>
                  <a:pt x="3691560" y="1065351"/>
                  <a:pt x="210590" y="1065351"/>
                </a:cubicBezTo>
                <a:cubicBezTo>
                  <a:pt x="233491" y="1022769"/>
                  <a:pt x="256392" y="984056"/>
                  <a:pt x="279293" y="941474"/>
                </a:cubicBezTo>
                <a:close/>
                <a:moveTo>
                  <a:pt x="412943" y="752559"/>
                </a:moveTo>
                <a:lnTo>
                  <a:pt x="3492305" y="752559"/>
                </a:lnTo>
                <a:cubicBezTo>
                  <a:pt x="3522832" y="790304"/>
                  <a:pt x="3553359" y="831821"/>
                  <a:pt x="3580070" y="873341"/>
                </a:cubicBezTo>
                <a:cubicBezTo>
                  <a:pt x="3580070" y="873341"/>
                  <a:pt x="3580070" y="873341"/>
                  <a:pt x="325179" y="873341"/>
                </a:cubicBezTo>
                <a:cubicBezTo>
                  <a:pt x="351889" y="831821"/>
                  <a:pt x="382416" y="790304"/>
                  <a:pt x="412943" y="752559"/>
                </a:cubicBezTo>
                <a:close/>
                <a:moveTo>
                  <a:pt x="582189" y="560548"/>
                </a:moveTo>
                <a:cubicBezTo>
                  <a:pt x="582189" y="560548"/>
                  <a:pt x="582189" y="560548"/>
                  <a:pt x="3319963" y="560548"/>
                </a:cubicBezTo>
                <a:cubicBezTo>
                  <a:pt x="3358147" y="598509"/>
                  <a:pt x="3396330" y="636473"/>
                  <a:pt x="3434514" y="678232"/>
                </a:cubicBezTo>
                <a:cubicBezTo>
                  <a:pt x="3434514" y="678232"/>
                  <a:pt x="3434514" y="678232"/>
                  <a:pt x="467638" y="678232"/>
                </a:cubicBezTo>
                <a:cubicBezTo>
                  <a:pt x="502004" y="636473"/>
                  <a:pt x="540188" y="598509"/>
                  <a:pt x="582189" y="560548"/>
                </a:cubicBezTo>
                <a:close/>
                <a:moveTo>
                  <a:pt x="808618" y="365442"/>
                </a:moveTo>
                <a:lnTo>
                  <a:pt x="3092810" y="365442"/>
                </a:lnTo>
                <a:cubicBezTo>
                  <a:pt x="3146286" y="404154"/>
                  <a:pt x="3195943" y="446737"/>
                  <a:pt x="3245599" y="489319"/>
                </a:cubicBezTo>
                <a:cubicBezTo>
                  <a:pt x="3245599" y="489319"/>
                  <a:pt x="3245599" y="489319"/>
                  <a:pt x="659649" y="489319"/>
                </a:cubicBezTo>
                <a:cubicBezTo>
                  <a:pt x="705486" y="446737"/>
                  <a:pt x="758962" y="404154"/>
                  <a:pt x="808618" y="365442"/>
                </a:cubicBezTo>
                <a:close/>
                <a:moveTo>
                  <a:pt x="1141891" y="176527"/>
                </a:moveTo>
                <a:lnTo>
                  <a:pt x="2760259" y="176527"/>
                </a:lnTo>
                <a:cubicBezTo>
                  <a:pt x="2840413" y="210692"/>
                  <a:pt x="2912935" y="248655"/>
                  <a:pt x="2985456" y="294211"/>
                </a:cubicBezTo>
                <a:cubicBezTo>
                  <a:pt x="2985456" y="294211"/>
                  <a:pt x="2985456" y="294211"/>
                  <a:pt x="916695" y="294211"/>
                </a:cubicBezTo>
                <a:cubicBezTo>
                  <a:pt x="989215" y="248655"/>
                  <a:pt x="1065553" y="210692"/>
                  <a:pt x="1141891" y="176527"/>
                </a:cubicBezTo>
                <a:close/>
                <a:moveTo>
                  <a:pt x="1949526" y="0"/>
                </a:moveTo>
                <a:cubicBezTo>
                  <a:pt x="2171061" y="0"/>
                  <a:pt x="2381136" y="34067"/>
                  <a:pt x="2579754" y="102200"/>
                </a:cubicBezTo>
                <a:cubicBezTo>
                  <a:pt x="2579754" y="102200"/>
                  <a:pt x="2579754" y="102200"/>
                  <a:pt x="1319298" y="102200"/>
                </a:cubicBezTo>
                <a:cubicBezTo>
                  <a:pt x="1517916" y="34067"/>
                  <a:pt x="1731811" y="0"/>
                  <a:pt x="194952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14" name="Text 11"/>
          <p:cNvSpPr/>
          <p:nvPr/>
        </p:nvSpPr>
        <p:spPr>
          <a:xfrm rot="2100000">
            <a:off x="9042400" y="3636645"/>
            <a:ext cx="3905250" cy="390525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16680000">
            <a:off x="-121920" y="-71120"/>
            <a:ext cx="2160270" cy="1989455"/>
          </a:xfrm>
          <a:custGeom>
            <a:avLst/>
            <a:gdLst/>
            <a:ahLst/>
            <a:cxnLst/>
            <a:rect l="l" t="t" r="r" b="b"/>
            <a:pathLst>
              <a:path w="2160270" h="1989455">
                <a:moveTo>
                  <a:pt x="0" y="404000"/>
                </a:moveTo>
                <a:cubicBezTo>
                  <a:pt x="-4270" y="299551"/>
                  <a:pt x="25291" y="106748"/>
                  <a:pt x="30218" y="95252"/>
                </a:cubicBezTo>
                <a:lnTo>
                  <a:pt x="672683" y="0"/>
                </a:lnTo>
                <a:cubicBezTo>
                  <a:pt x="623742" y="90325"/>
                  <a:pt x="580057" y="311376"/>
                  <a:pt x="587283" y="404000"/>
                </a:cubicBezTo>
                <a:cubicBezTo>
                  <a:pt x="570204" y="964345"/>
                  <a:pt x="1083255" y="1415972"/>
                  <a:pt x="1585468" y="1402177"/>
                </a:cubicBezTo>
                <a:cubicBezTo>
                  <a:pt x="1754953" y="1415643"/>
                  <a:pt x="2006223" y="1319406"/>
                  <a:pt x="2070272" y="1276707"/>
                </a:cubicBezTo>
                <a:lnTo>
                  <a:pt x="2160270" y="1882050"/>
                </a:lnTo>
                <a:cubicBezTo>
                  <a:pt x="2022974" y="1946756"/>
                  <a:pt x="1709297" y="1997995"/>
                  <a:pt x="1585468" y="1989455"/>
                </a:cubicBezTo>
                <a:cubicBezTo>
                  <a:pt x="695675" y="2016717"/>
                  <a:pt x="-21678" y="1202147"/>
                  <a:pt x="0" y="40400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0"/>
                </a:srgbClr>
              </a:gs>
              <a:gs pos="100000">
                <a:srgbClr val="00B0F0">
                  <a:alpha val="0"/>
                </a:srgbClr>
              </a:gs>
            </a:gsLst>
            <a:lin ang="16200000" scaled="1"/>
          </a:gradFill>
        </p:spPr>
      </p:sp>
      <p:sp>
        <p:nvSpPr>
          <p:cNvPr id="16" name="Text 13"/>
          <p:cNvSpPr/>
          <p:nvPr/>
        </p:nvSpPr>
        <p:spPr>
          <a:xfrm rot="16680000">
            <a:off x="-121920" y="-71120"/>
            <a:ext cx="2160270" cy="198945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 rot="17460000">
            <a:off x="10614660" y="325120"/>
            <a:ext cx="1136650" cy="1136650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18" name="Text 15"/>
          <p:cNvSpPr/>
          <p:nvPr/>
        </p:nvSpPr>
        <p:spPr>
          <a:xfrm rot="17460000">
            <a:off x="10614660" y="325120"/>
            <a:ext cx="1136650" cy="113665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 rot="17460000" flipH="1" flipV="1">
            <a:off x="811530" y="5401945"/>
            <a:ext cx="3069590" cy="3069590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20" name="Text 17"/>
          <p:cNvSpPr/>
          <p:nvPr/>
        </p:nvSpPr>
        <p:spPr>
          <a:xfrm rot="17460000">
            <a:off x="811530" y="5401945"/>
            <a:ext cx="3069590" cy="306959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CC0"/>
      </a:accent1>
      <a:accent2>
        <a:srgbClr val="00B0F0"/>
      </a:accent2>
      <a:accent3>
        <a:srgbClr val="1D3EBF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637</Words>
  <Application>WPS 演示</Application>
  <PresentationFormat>宽屏</PresentationFormat>
  <Paragraphs>84</Paragraphs>
  <Slides>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Vue助农电商平台开题答辩</dc:title>
  <dc:creator>Kimi</dc:creator>
  <dc:subject>Vue助农电商平台开题答辩</dc:subject>
  <cp:lastModifiedBy>徐贝一</cp:lastModifiedBy>
  <cp:revision>4</cp:revision>
  <dcterms:created xsi:type="dcterms:W3CDTF">2025-10-11T08:24:00Z</dcterms:created>
  <dcterms:modified xsi:type="dcterms:W3CDTF">2026-02-03T09:28:20Z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{"Label":"Vue助农电商平台开题答辩","ContentProducer":"001191110108MACG2KBH8F10000","ProduceID":"d3l16m4nvj4lf2gmi450","ReservedCode1":"","ContentPropagator":"001191110108MACG2KBH8F20000","PropagateID":"d3l16m4nvj4lf2gmi450","ReservedCode2":""}</vt:lpwstr>
  </property>
  <property fmtid="{D5CDD505-2E9C-101B-9397-08002B2CF9AE}" pid="3" name="ICV">
    <vt:lpwstr>A6552537090249628E7A495A3391CB21_13</vt:lpwstr>
  </property>
  <property fmtid="{D5CDD505-2E9C-101B-9397-08002B2CF9AE}" pid="4" name="KSOProductBuildVer">
    <vt:lpwstr>2052-12.1.0.24657</vt:lpwstr>
  </property>
</Properties>
</file>