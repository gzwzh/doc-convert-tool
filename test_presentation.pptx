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a test PPT for video conversion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second slide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third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